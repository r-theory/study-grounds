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73" r:id="rId3"/>
    <p:sldId id="288" r:id="rId4"/>
    <p:sldId id="289" r:id="rId5"/>
    <p:sldId id="285" r:id="rId6"/>
    <p:sldId id="274" r:id="rId7"/>
    <p:sldId id="275" r:id="rId8"/>
    <p:sldId id="276" r:id="rId9"/>
    <p:sldId id="277" r:id="rId10"/>
    <p:sldId id="29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378"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sa Chambers" userId="17bd4a7841d443ba" providerId="LiveId" clId="{B30B7E5F-9EE5-4DAA-B423-232BDEDDFC29}"/>
    <pc:docChg chg="custSel addSld delSld modSld">
      <pc:chgData name="Teressa Chambers" userId="17bd4a7841d443ba" providerId="LiveId" clId="{B30B7E5F-9EE5-4DAA-B423-232BDEDDFC29}" dt="2026-01-20T22:23:26.687" v="295" actId="47"/>
      <pc:docMkLst>
        <pc:docMk/>
      </pc:docMkLst>
      <pc:sldChg chg="modSp mod modAnim">
        <pc:chgData name="Teressa Chambers" userId="17bd4a7841d443ba" providerId="LiveId" clId="{B30B7E5F-9EE5-4DAA-B423-232BDEDDFC29}" dt="2026-01-20T16:23:25.298" v="282"/>
        <pc:sldMkLst>
          <pc:docMk/>
          <pc:sldMk cId="225666214" sldId="273"/>
        </pc:sldMkLst>
        <pc:spChg chg="mod">
          <ac:chgData name="Teressa Chambers" userId="17bd4a7841d443ba" providerId="LiveId" clId="{B30B7E5F-9EE5-4DAA-B423-232BDEDDFC29}" dt="2026-01-20T15:53:28.211" v="65" actId="20577"/>
          <ac:spMkLst>
            <pc:docMk/>
            <pc:sldMk cId="225666214" sldId="273"/>
            <ac:spMk id="2" creationId="{685CB76F-03CB-4724-4660-04BDDC9F026D}"/>
          </ac:spMkLst>
        </pc:spChg>
        <pc:spChg chg="mod">
          <ac:chgData name="Teressa Chambers" userId="17bd4a7841d443ba" providerId="LiveId" clId="{B30B7E5F-9EE5-4DAA-B423-232BDEDDFC29}" dt="2026-01-20T16:06:37.327" v="267" actId="20577"/>
          <ac:spMkLst>
            <pc:docMk/>
            <pc:sldMk cId="225666214" sldId="273"/>
            <ac:spMk id="5" creationId="{A4436E46-12E9-B0DB-4135-DA5C17ADF152}"/>
          </ac:spMkLst>
        </pc:spChg>
      </pc:sldChg>
      <pc:sldChg chg="modSp mod">
        <pc:chgData name="Teressa Chambers" userId="17bd4a7841d443ba" providerId="LiveId" clId="{B30B7E5F-9EE5-4DAA-B423-232BDEDDFC29}" dt="2026-01-20T15:56:04.506" v="211" actId="20577"/>
        <pc:sldMkLst>
          <pc:docMk/>
          <pc:sldMk cId="10449952" sldId="275"/>
        </pc:sldMkLst>
        <pc:spChg chg="mod">
          <ac:chgData name="Teressa Chambers" userId="17bd4a7841d443ba" providerId="LiveId" clId="{B30B7E5F-9EE5-4DAA-B423-232BDEDDFC29}" dt="2026-01-20T15:56:04.506" v="211" actId="20577"/>
          <ac:spMkLst>
            <pc:docMk/>
            <pc:sldMk cId="10449952" sldId="275"/>
            <ac:spMk id="2" creationId="{229D4C6C-6A97-368D-3849-97C5A8AB1DA5}"/>
          </ac:spMkLst>
        </pc:spChg>
      </pc:sldChg>
      <pc:sldChg chg="modAnim">
        <pc:chgData name="Teressa Chambers" userId="17bd4a7841d443ba" providerId="LiveId" clId="{B30B7E5F-9EE5-4DAA-B423-232BDEDDFC29}" dt="2026-01-20T15:57:28.162" v="226"/>
        <pc:sldMkLst>
          <pc:docMk/>
          <pc:sldMk cId="960910053" sldId="276"/>
        </pc:sldMkLst>
      </pc:sldChg>
      <pc:sldChg chg="add del">
        <pc:chgData name="Teressa Chambers" userId="17bd4a7841d443ba" providerId="LiveId" clId="{B30B7E5F-9EE5-4DAA-B423-232BDEDDFC29}" dt="2026-01-20T15:55:07.072" v="183" actId="47"/>
        <pc:sldMkLst>
          <pc:docMk/>
          <pc:sldMk cId="478434940" sldId="282"/>
        </pc:sldMkLst>
      </pc:sldChg>
      <pc:sldChg chg="add del">
        <pc:chgData name="Teressa Chambers" userId="17bd4a7841d443ba" providerId="LiveId" clId="{B30B7E5F-9EE5-4DAA-B423-232BDEDDFC29}" dt="2026-01-20T15:55:07.072" v="183" actId="47"/>
        <pc:sldMkLst>
          <pc:docMk/>
          <pc:sldMk cId="2721950921" sldId="283"/>
        </pc:sldMkLst>
      </pc:sldChg>
      <pc:sldChg chg="add del">
        <pc:chgData name="Teressa Chambers" userId="17bd4a7841d443ba" providerId="LiveId" clId="{B30B7E5F-9EE5-4DAA-B423-232BDEDDFC29}" dt="2026-01-20T15:55:07.072" v="183" actId="47"/>
        <pc:sldMkLst>
          <pc:docMk/>
          <pc:sldMk cId="3131332726" sldId="284"/>
        </pc:sldMkLst>
      </pc:sldChg>
      <pc:sldChg chg="modSp mod">
        <pc:chgData name="Teressa Chambers" userId="17bd4a7841d443ba" providerId="LiveId" clId="{B30B7E5F-9EE5-4DAA-B423-232BDEDDFC29}" dt="2026-01-20T15:56:40.792" v="225" actId="20577"/>
        <pc:sldMkLst>
          <pc:docMk/>
          <pc:sldMk cId="1256940800" sldId="285"/>
        </pc:sldMkLst>
        <pc:spChg chg="mod">
          <ac:chgData name="Teressa Chambers" userId="17bd4a7841d443ba" providerId="LiveId" clId="{B30B7E5F-9EE5-4DAA-B423-232BDEDDFC29}" dt="2026-01-20T15:56:40.792" v="225" actId="20577"/>
          <ac:spMkLst>
            <pc:docMk/>
            <pc:sldMk cId="1256940800" sldId="285"/>
            <ac:spMk id="2" creationId="{B828738E-ACDE-12AA-02D8-A05E1D57322C}"/>
          </ac:spMkLst>
        </pc:spChg>
        <pc:spChg chg="mod">
          <ac:chgData name="Teressa Chambers" userId="17bd4a7841d443ba" providerId="LiveId" clId="{B30B7E5F-9EE5-4DAA-B423-232BDEDDFC29}" dt="2026-01-20T15:53:56.453" v="181" actId="20577"/>
          <ac:spMkLst>
            <pc:docMk/>
            <pc:sldMk cId="1256940800" sldId="285"/>
            <ac:spMk id="11" creationId="{6102812C-AD03-AC33-4545-5E04238B54D9}"/>
          </ac:spMkLst>
        </pc:spChg>
      </pc:sldChg>
      <pc:sldChg chg="add">
        <pc:chgData name="Teressa Chambers" userId="17bd4a7841d443ba" providerId="LiveId" clId="{B30B7E5F-9EE5-4DAA-B423-232BDEDDFC29}" dt="2026-01-20T15:54:43.537" v="182"/>
        <pc:sldMkLst>
          <pc:docMk/>
          <pc:sldMk cId="2346872836" sldId="288"/>
        </pc:sldMkLst>
      </pc:sldChg>
      <pc:sldChg chg="add">
        <pc:chgData name="Teressa Chambers" userId="17bd4a7841d443ba" providerId="LiveId" clId="{B30B7E5F-9EE5-4DAA-B423-232BDEDDFC29}" dt="2026-01-20T15:54:43.537" v="182"/>
        <pc:sldMkLst>
          <pc:docMk/>
          <pc:sldMk cId="4010003005" sldId="289"/>
        </pc:sldMkLst>
      </pc:sldChg>
      <pc:sldChg chg="addSp modSp add del mod modNotes">
        <pc:chgData name="Teressa Chambers" userId="17bd4a7841d443ba" providerId="LiveId" clId="{B30B7E5F-9EE5-4DAA-B423-232BDEDDFC29}" dt="2026-01-20T18:45:33.567" v="283" actId="47"/>
        <pc:sldMkLst>
          <pc:docMk/>
          <pc:sldMk cId="287049717" sldId="290"/>
        </pc:sldMkLst>
        <pc:spChg chg="mod">
          <ac:chgData name="Teressa Chambers" userId="17bd4a7841d443ba" providerId="LiveId" clId="{B30B7E5F-9EE5-4DAA-B423-232BDEDDFC29}" dt="2026-01-20T16:06:04.485" v="237" actId="27636"/>
          <ac:spMkLst>
            <pc:docMk/>
            <pc:sldMk cId="287049717" sldId="290"/>
            <ac:spMk id="2" creationId="{555FB074-8594-AFDA-D012-AABE3E9FCF19}"/>
          </ac:spMkLst>
        </pc:spChg>
        <pc:picChg chg="add mod">
          <ac:chgData name="Teressa Chambers" userId="17bd4a7841d443ba" providerId="LiveId" clId="{B30B7E5F-9EE5-4DAA-B423-232BDEDDFC29}" dt="2026-01-20T16:06:04.325" v="234"/>
          <ac:picMkLst>
            <pc:docMk/>
            <pc:sldMk cId="287049717" sldId="290"/>
            <ac:picMk id="4" creationId="{73B8CEDE-FECB-D4C1-BBCE-0B55D25D1592}"/>
          </ac:picMkLst>
        </pc:picChg>
      </pc:sldChg>
      <pc:sldChg chg="modSp add mod">
        <pc:chgData name="Teressa Chambers" userId="17bd4a7841d443ba" providerId="LiveId" clId="{B30B7E5F-9EE5-4DAA-B423-232BDEDDFC29}" dt="2026-01-20T16:10:15.811" v="281" actId="20577"/>
        <pc:sldMkLst>
          <pc:docMk/>
          <pc:sldMk cId="1952691889" sldId="291"/>
        </pc:sldMkLst>
        <pc:spChg chg="mod">
          <ac:chgData name="Teressa Chambers" userId="17bd4a7841d443ba" providerId="LiveId" clId="{B30B7E5F-9EE5-4DAA-B423-232BDEDDFC29}" dt="2026-01-20T16:10:15.811" v="281" actId="20577"/>
          <ac:spMkLst>
            <pc:docMk/>
            <pc:sldMk cId="1952691889" sldId="291"/>
            <ac:spMk id="2" creationId="{1D3A3D8F-579D-5B6F-E005-D5F853D78431}"/>
          </ac:spMkLst>
        </pc:spChg>
      </pc:sldChg>
      <pc:sldChg chg="addSp modSp add del mod modNotes">
        <pc:chgData name="Teressa Chambers" userId="17bd4a7841d443ba" providerId="LiveId" clId="{B30B7E5F-9EE5-4DAA-B423-232BDEDDFC29}" dt="2026-01-20T22:23:26.687" v="295" actId="47"/>
        <pc:sldMkLst>
          <pc:docMk/>
          <pc:sldMk cId="1586332209" sldId="292"/>
        </pc:sldMkLst>
        <pc:spChg chg="mod">
          <ac:chgData name="Teressa Chambers" userId="17bd4a7841d443ba" providerId="LiveId" clId="{B30B7E5F-9EE5-4DAA-B423-232BDEDDFC29}" dt="2026-01-20T18:45:55.331" v="294" actId="27636"/>
          <ac:spMkLst>
            <pc:docMk/>
            <pc:sldMk cId="1586332209" sldId="292"/>
            <ac:spMk id="2" creationId="{7A43522F-1D10-D05D-38CF-515F953F8782}"/>
          </ac:spMkLst>
        </pc:spChg>
        <pc:picChg chg="add mod">
          <ac:chgData name="Teressa Chambers" userId="17bd4a7841d443ba" providerId="LiveId" clId="{B30B7E5F-9EE5-4DAA-B423-232BDEDDFC29}" dt="2026-01-20T18:45:55.196" v="291"/>
          <ac:picMkLst>
            <pc:docMk/>
            <pc:sldMk cId="1586332209" sldId="292"/>
            <ac:picMk id="4" creationId="{E195F673-BDBD-EEB2-9BE7-A4B1BB51326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31CB0E-F47D-4B6C-A531-232BE13E9BB3}"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809B9F-5254-4158-B309-A411D7CEDF3F}" type="slidenum">
              <a:rPr lang="en-US" smtClean="0"/>
              <a:t>‹#›</a:t>
            </a:fld>
            <a:endParaRPr lang="en-US"/>
          </a:p>
        </p:txBody>
      </p:sp>
    </p:spTree>
    <p:extLst>
      <p:ext uri="{BB962C8B-B14F-4D97-AF65-F5344CB8AC3E}">
        <p14:creationId xmlns:p14="http://schemas.microsoft.com/office/powerpoint/2010/main" val="1957284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accent3"/>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9790671" y="4546233"/>
            <a:ext cx="2255229" cy="2310064"/>
            <a:chOff x="7343003" y="3409675"/>
            <a:chExt cx="1691422" cy="1732548"/>
          </a:xfrm>
        </p:grpSpPr>
        <p:grpSp>
          <p:nvGrpSpPr>
            <p:cNvPr id="56" name="Google Shape;56;p14"/>
            <p:cNvGrpSpPr/>
            <p:nvPr/>
          </p:nvGrpSpPr>
          <p:grpSpPr>
            <a:xfrm>
              <a:off x="7343003" y="4453711"/>
              <a:ext cx="316800" cy="688513"/>
              <a:chOff x="7343003" y="4453711"/>
              <a:chExt cx="316800" cy="688513"/>
            </a:xfrm>
          </p:grpSpPr>
          <p:sp>
            <p:nvSpPr>
              <p:cNvPr id="57" name="Google Shape;57;p14"/>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14"/>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 name="Google Shape;59;p14"/>
            <p:cNvGrpSpPr/>
            <p:nvPr/>
          </p:nvGrpSpPr>
          <p:grpSpPr>
            <a:xfrm>
              <a:off x="7801210" y="4105700"/>
              <a:ext cx="316800" cy="1036523"/>
              <a:chOff x="7801210" y="4105700"/>
              <a:chExt cx="316800" cy="1036523"/>
            </a:xfrm>
          </p:grpSpPr>
          <p:sp>
            <p:nvSpPr>
              <p:cNvPr id="60" name="Google Shape;60;p14"/>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14"/>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14"/>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3" name="Google Shape;63;p14"/>
            <p:cNvGrpSpPr/>
            <p:nvPr/>
          </p:nvGrpSpPr>
          <p:grpSpPr>
            <a:xfrm>
              <a:off x="8259418" y="3757688"/>
              <a:ext cx="316800" cy="1384535"/>
              <a:chOff x="8259418" y="3757688"/>
              <a:chExt cx="316800" cy="1384535"/>
            </a:xfrm>
          </p:grpSpPr>
          <p:sp>
            <p:nvSpPr>
              <p:cNvPr id="64" name="Google Shape;64;p14"/>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14"/>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14"/>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14"/>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8" name="Google Shape;68;p14"/>
            <p:cNvGrpSpPr/>
            <p:nvPr/>
          </p:nvGrpSpPr>
          <p:grpSpPr>
            <a:xfrm>
              <a:off x="8717625" y="3409675"/>
              <a:ext cx="316800" cy="1732548"/>
              <a:chOff x="8717625" y="3409675"/>
              <a:chExt cx="316800" cy="1732548"/>
            </a:xfrm>
          </p:grpSpPr>
          <p:sp>
            <p:nvSpPr>
              <p:cNvPr id="69" name="Google Shape;69;p14"/>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70;p14"/>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14"/>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14"/>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14"/>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4" name="Google Shape;74;p14"/>
          <p:cNvGrpSpPr/>
          <p:nvPr/>
        </p:nvGrpSpPr>
        <p:grpSpPr>
          <a:xfrm>
            <a:off x="6724671" y="0"/>
            <a:ext cx="5085429" cy="5118803"/>
            <a:chOff x="5043503" y="0"/>
            <a:chExt cx="3814072" cy="3839102"/>
          </a:xfrm>
        </p:grpSpPr>
        <p:sp>
          <p:nvSpPr>
            <p:cNvPr id="75" name="Google Shape;75;p14"/>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14"/>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7" name="Google Shape;77;p14"/>
            <p:cNvGrpSpPr/>
            <p:nvPr/>
          </p:nvGrpSpPr>
          <p:grpSpPr>
            <a:xfrm>
              <a:off x="7647812" y="2704283"/>
              <a:ext cx="635219" cy="635219"/>
              <a:chOff x="6725724" y="2701260"/>
              <a:chExt cx="1208101" cy="1208100"/>
            </a:xfrm>
          </p:grpSpPr>
          <p:sp>
            <p:nvSpPr>
              <p:cNvPr id="78" name="Google Shape;78;p14"/>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14"/>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14"/>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1" name="Google Shape;81;p14"/>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2" name="Google Shape;82;p14"/>
            <p:cNvGrpSpPr/>
            <p:nvPr/>
          </p:nvGrpSpPr>
          <p:grpSpPr>
            <a:xfrm>
              <a:off x="7952720" y="179238"/>
              <a:ext cx="873165" cy="873003"/>
              <a:chOff x="7754428" y="208725"/>
              <a:chExt cx="541800" cy="541800"/>
            </a:xfrm>
          </p:grpSpPr>
          <p:sp>
            <p:nvSpPr>
              <p:cNvPr id="83" name="Google Shape;83;p14"/>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14"/>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5" name="Google Shape;85;p14"/>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4"/>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14"/>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14"/>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 name="Google Shape;89;p14"/>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14"/>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1" name="Google Shape;91;p14"/>
          <p:cNvSpPr txBox="1">
            <a:spLocks noGrp="1"/>
          </p:cNvSpPr>
          <p:nvPr>
            <p:ph type="ctrTitle"/>
          </p:nvPr>
        </p:nvSpPr>
        <p:spPr>
          <a:xfrm>
            <a:off x="1098667" y="2151751"/>
            <a:ext cx="5674000" cy="24972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92" name="Google Shape;92;p14"/>
          <p:cNvSpPr txBox="1">
            <a:spLocks noGrp="1"/>
          </p:cNvSpPr>
          <p:nvPr>
            <p:ph type="subTitle" idx="1"/>
          </p:nvPr>
        </p:nvSpPr>
        <p:spPr>
          <a:xfrm>
            <a:off x="1098667" y="4795067"/>
            <a:ext cx="5674000" cy="92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r>
              <a:rPr lang="en-US"/>
              <a:t>Click to edit Master subtitle style</a:t>
            </a:r>
            <a:endParaRPr/>
          </a:p>
        </p:txBody>
      </p:sp>
      <p:sp>
        <p:nvSpPr>
          <p:cNvPr id="93" name="Google Shape;93;p14"/>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3132566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29"/>
        <p:cNvGrpSpPr/>
        <p:nvPr/>
      </p:nvGrpSpPr>
      <p:grpSpPr>
        <a:xfrm>
          <a:off x="0" y="0"/>
          <a:ext cx="0" cy="0"/>
          <a:chOff x="0" y="0"/>
          <a:chExt cx="0" cy="0"/>
        </a:xfrm>
      </p:grpSpPr>
      <p:grpSp>
        <p:nvGrpSpPr>
          <p:cNvPr id="130" name="Google Shape;130;p16"/>
          <p:cNvGrpSpPr/>
          <p:nvPr/>
        </p:nvGrpSpPr>
        <p:grpSpPr>
          <a:xfrm>
            <a:off x="834621" y="399168"/>
            <a:ext cx="1332416" cy="1332416"/>
            <a:chOff x="348199" y="179450"/>
            <a:chExt cx="1116300" cy="1116300"/>
          </a:xfrm>
        </p:grpSpPr>
        <p:sp>
          <p:nvSpPr>
            <p:cNvPr id="131" name="Google Shape;131;p1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1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3" name="Google Shape;133;p16"/>
          <p:cNvSpPr txBox="1">
            <a:spLocks noGrp="1"/>
          </p:cNvSpPr>
          <p:nvPr>
            <p:ph type="title"/>
          </p:nvPr>
        </p:nvSpPr>
        <p:spPr>
          <a:xfrm>
            <a:off x="1738400" y="798100"/>
            <a:ext cx="9374000" cy="13324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34" name="Google Shape;134;p16"/>
          <p:cNvSpPr txBox="1">
            <a:spLocks noGrp="1"/>
          </p:cNvSpPr>
          <p:nvPr>
            <p:ph type="body" idx="1"/>
          </p:nvPr>
        </p:nvSpPr>
        <p:spPr>
          <a:xfrm>
            <a:off x="1738400" y="2653400"/>
            <a:ext cx="9374000" cy="3388800"/>
          </a:xfrm>
          <a:prstGeom prst="rect">
            <a:avLst/>
          </a:prstGeom>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pPr lvl="0"/>
            <a:r>
              <a:rPr lang="en-US"/>
              <a:t>Click to edit Master text styles</a:t>
            </a:r>
          </a:p>
        </p:txBody>
      </p:sp>
      <p:sp>
        <p:nvSpPr>
          <p:cNvPr id="135" name="Google Shape;135;p16"/>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2644656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36"/>
        <p:cNvGrpSpPr/>
        <p:nvPr/>
      </p:nvGrpSpPr>
      <p:grpSpPr>
        <a:xfrm>
          <a:off x="0" y="0"/>
          <a:ext cx="0" cy="0"/>
          <a:chOff x="0" y="0"/>
          <a:chExt cx="0" cy="0"/>
        </a:xfrm>
      </p:grpSpPr>
      <p:grpSp>
        <p:nvGrpSpPr>
          <p:cNvPr id="137" name="Google Shape;137;p17"/>
          <p:cNvGrpSpPr/>
          <p:nvPr/>
        </p:nvGrpSpPr>
        <p:grpSpPr>
          <a:xfrm>
            <a:off x="834621" y="399168"/>
            <a:ext cx="1332416" cy="1332416"/>
            <a:chOff x="348199" y="179450"/>
            <a:chExt cx="1116300" cy="1116300"/>
          </a:xfrm>
        </p:grpSpPr>
        <p:sp>
          <p:nvSpPr>
            <p:cNvPr id="138" name="Google Shape;138;p1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1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0" name="Google Shape;140;p17"/>
          <p:cNvSpPr txBox="1">
            <a:spLocks noGrp="1"/>
          </p:cNvSpPr>
          <p:nvPr>
            <p:ph type="title"/>
          </p:nvPr>
        </p:nvSpPr>
        <p:spPr>
          <a:xfrm>
            <a:off x="1738400" y="798100"/>
            <a:ext cx="9374000" cy="13324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41" name="Google Shape;141;p17"/>
          <p:cNvSpPr txBox="1">
            <a:spLocks noGrp="1"/>
          </p:cNvSpPr>
          <p:nvPr>
            <p:ph type="body" idx="1"/>
          </p:nvPr>
        </p:nvSpPr>
        <p:spPr>
          <a:xfrm>
            <a:off x="1738400" y="2653400"/>
            <a:ext cx="4574000" cy="3388800"/>
          </a:xfrm>
          <a:prstGeom prst="rect">
            <a:avLst/>
          </a:prstGeom>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pPr lvl="0"/>
            <a:r>
              <a:rPr lang="en-US"/>
              <a:t>Click to edit Master text styles</a:t>
            </a:r>
          </a:p>
        </p:txBody>
      </p:sp>
      <p:sp>
        <p:nvSpPr>
          <p:cNvPr id="142" name="Google Shape;142;p17"/>
          <p:cNvSpPr txBox="1">
            <a:spLocks noGrp="1"/>
          </p:cNvSpPr>
          <p:nvPr>
            <p:ph type="body" idx="2"/>
          </p:nvPr>
        </p:nvSpPr>
        <p:spPr>
          <a:xfrm>
            <a:off x="6538200" y="2653400"/>
            <a:ext cx="4574000" cy="3388800"/>
          </a:xfrm>
          <a:prstGeom prst="rect">
            <a:avLst/>
          </a:prstGeom>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pPr lvl="0"/>
            <a:r>
              <a:rPr lang="en-US"/>
              <a:t>Click to edit Master text styles</a:t>
            </a:r>
          </a:p>
        </p:txBody>
      </p:sp>
      <p:sp>
        <p:nvSpPr>
          <p:cNvPr id="143" name="Google Shape;143;p17"/>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299215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50"/>
        <p:cNvGrpSpPr/>
        <p:nvPr/>
      </p:nvGrpSpPr>
      <p:grpSpPr>
        <a:xfrm>
          <a:off x="0" y="0"/>
          <a:ext cx="0" cy="0"/>
          <a:chOff x="0" y="0"/>
          <a:chExt cx="0" cy="0"/>
        </a:xfrm>
      </p:grpSpPr>
      <p:grpSp>
        <p:nvGrpSpPr>
          <p:cNvPr id="151" name="Google Shape;151;p19"/>
          <p:cNvGrpSpPr/>
          <p:nvPr/>
        </p:nvGrpSpPr>
        <p:grpSpPr>
          <a:xfrm>
            <a:off x="834621" y="399168"/>
            <a:ext cx="1332416" cy="1332416"/>
            <a:chOff x="348199" y="179450"/>
            <a:chExt cx="1116300" cy="1116300"/>
          </a:xfrm>
        </p:grpSpPr>
        <p:sp>
          <p:nvSpPr>
            <p:cNvPr id="152" name="Google Shape;152;p1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1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4" name="Google Shape;154;p19"/>
          <p:cNvSpPr txBox="1">
            <a:spLocks noGrp="1"/>
          </p:cNvSpPr>
          <p:nvPr>
            <p:ph type="title"/>
          </p:nvPr>
        </p:nvSpPr>
        <p:spPr>
          <a:xfrm>
            <a:off x="1738400" y="798100"/>
            <a:ext cx="4416000" cy="21200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55" name="Google Shape;155;p19"/>
          <p:cNvSpPr txBox="1">
            <a:spLocks noGrp="1"/>
          </p:cNvSpPr>
          <p:nvPr>
            <p:ph type="body" idx="1"/>
          </p:nvPr>
        </p:nvSpPr>
        <p:spPr>
          <a:xfrm>
            <a:off x="1738400" y="3079567"/>
            <a:ext cx="4416000" cy="2962400"/>
          </a:xfrm>
          <a:prstGeom prst="rect">
            <a:avLst/>
          </a:prstGeom>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pPr lvl="0"/>
            <a:r>
              <a:rPr lang="en-US"/>
              <a:t>Click to edit Master text styles</a:t>
            </a:r>
          </a:p>
        </p:txBody>
      </p:sp>
      <p:sp>
        <p:nvSpPr>
          <p:cNvPr id="156" name="Google Shape;156;p19"/>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3190597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dk1"/>
        </a:solidFill>
        <a:effectLst/>
      </p:bgPr>
    </p:bg>
    <p:spTree>
      <p:nvGrpSpPr>
        <p:cNvPr id="1" name="Shape 157"/>
        <p:cNvGrpSpPr/>
        <p:nvPr/>
      </p:nvGrpSpPr>
      <p:grpSpPr>
        <a:xfrm>
          <a:off x="0" y="0"/>
          <a:ext cx="0" cy="0"/>
          <a:chOff x="0" y="0"/>
          <a:chExt cx="0" cy="0"/>
        </a:xfrm>
      </p:grpSpPr>
      <p:grpSp>
        <p:nvGrpSpPr>
          <p:cNvPr id="158" name="Google Shape;158;p20"/>
          <p:cNvGrpSpPr/>
          <p:nvPr/>
        </p:nvGrpSpPr>
        <p:grpSpPr>
          <a:xfrm>
            <a:off x="9155619" y="1741"/>
            <a:ext cx="3023268" cy="3468920"/>
            <a:chOff x="6790514" y="1306"/>
            <a:chExt cx="2267451" cy="2601690"/>
          </a:xfrm>
        </p:grpSpPr>
        <p:grpSp>
          <p:nvGrpSpPr>
            <p:cNvPr id="159" name="Google Shape;159;p20"/>
            <p:cNvGrpSpPr/>
            <p:nvPr/>
          </p:nvGrpSpPr>
          <p:grpSpPr>
            <a:xfrm>
              <a:off x="7067465" y="1306"/>
              <a:ext cx="1990500" cy="1990200"/>
              <a:chOff x="7067465" y="1306"/>
              <a:chExt cx="1990500" cy="1990200"/>
            </a:xfrm>
          </p:grpSpPr>
          <p:sp>
            <p:nvSpPr>
              <p:cNvPr id="160" name="Google Shape;160;p20"/>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20"/>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20"/>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3" name="Google Shape;163;p20"/>
            <p:cNvGrpSpPr/>
            <p:nvPr/>
          </p:nvGrpSpPr>
          <p:grpSpPr>
            <a:xfrm>
              <a:off x="8207126" y="1807996"/>
              <a:ext cx="795000" cy="795000"/>
              <a:chOff x="8207126" y="1807996"/>
              <a:chExt cx="795000" cy="795000"/>
            </a:xfrm>
          </p:grpSpPr>
          <p:sp>
            <p:nvSpPr>
              <p:cNvPr id="164" name="Google Shape;164;p20"/>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20"/>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20"/>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7" name="Google Shape;167;p20"/>
            <p:cNvGrpSpPr/>
            <p:nvPr/>
          </p:nvGrpSpPr>
          <p:grpSpPr>
            <a:xfrm>
              <a:off x="6790514" y="118857"/>
              <a:ext cx="548700" cy="548700"/>
              <a:chOff x="6790514" y="118857"/>
              <a:chExt cx="548700" cy="548700"/>
            </a:xfrm>
          </p:grpSpPr>
          <p:sp>
            <p:nvSpPr>
              <p:cNvPr id="168" name="Google Shape;168;p20"/>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20"/>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70" name="Google Shape;170;p20"/>
          <p:cNvSpPr txBox="1">
            <a:spLocks noGrp="1"/>
          </p:cNvSpPr>
          <p:nvPr>
            <p:ph type="title"/>
          </p:nvPr>
        </p:nvSpPr>
        <p:spPr>
          <a:xfrm>
            <a:off x="1098667" y="1018133"/>
            <a:ext cx="7810400" cy="47644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r>
              <a:rPr lang="en-US"/>
              <a:t>Click to edit Master title style</a:t>
            </a:r>
            <a:endParaRPr/>
          </a:p>
        </p:txBody>
      </p:sp>
      <p:sp>
        <p:nvSpPr>
          <p:cNvPr id="171" name="Google Shape;171;p20"/>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4032891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72"/>
        <p:cNvGrpSpPr/>
        <p:nvPr/>
      </p:nvGrpSpPr>
      <p:grpSpPr>
        <a:xfrm>
          <a:off x="0" y="0"/>
          <a:ext cx="0" cy="0"/>
          <a:chOff x="0" y="0"/>
          <a:chExt cx="0" cy="0"/>
        </a:xfrm>
      </p:grpSpPr>
      <p:grpSp>
        <p:nvGrpSpPr>
          <p:cNvPr id="173" name="Google Shape;173;p21"/>
          <p:cNvGrpSpPr/>
          <p:nvPr/>
        </p:nvGrpSpPr>
        <p:grpSpPr>
          <a:xfrm>
            <a:off x="834621" y="399168"/>
            <a:ext cx="1332416" cy="1332416"/>
            <a:chOff x="348199" y="179450"/>
            <a:chExt cx="1116300" cy="1116300"/>
          </a:xfrm>
        </p:grpSpPr>
        <p:sp>
          <p:nvSpPr>
            <p:cNvPr id="174" name="Google Shape;174;p21"/>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 name="Google Shape;175;p21"/>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6" name="Google Shape;176;p21"/>
          <p:cNvSpPr txBox="1">
            <a:spLocks noGrp="1"/>
          </p:cNvSpPr>
          <p:nvPr>
            <p:ph type="title"/>
          </p:nvPr>
        </p:nvSpPr>
        <p:spPr>
          <a:xfrm>
            <a:off x="1738400" y="798100"/>
            <a:ext cx="4574000" cy="2653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77" name="Google Shape;177;p21"/>
          <p:cNvSpPr txBox="1">
            <a:spLocks noGrp="1"/>
          </p:cNvSpPr>
          <p:nvPr>
            <p:ph type="subTitle" idx="1"/>
          </p:nvPr>
        </p:nvSpPr>
        <p:spPr>
          <a:xfrm>
            <a:off x="1738400" y="3657604"/>
            <a:ext cx="4574000" cy="968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2133"/>
            </a:lvl1pPr>
            <a:lvl2pPr lvl="1" rtl="0">
              <a:lnSpc>
                <a:spcPct val="100000"/>
              </a:lnSpc>
              <a:spcBef>
                <a:spcPts val="0"/>
              </a:spcBef>
              <a:spcAft>
                <a:spcPts val="0"/>
              </a:spcAft>
              <a:buSzPts val="1600"/>
              <a:buNone/>
              <a:defRPr sz="2133"/>
            </a:lvl2pPr>
            <a:lvl3pPr lvl="2" rtl="0">
              <a:lnSpc>
                <a:spcPct val="100000"/>
              </a:lnSpc>
              <a:spcBef>
                <a:spcPts val="0"/>
              </a:spcBef>
              <a:spcAft>
                <a:spcPts val="0"/>
              </a:spcAft>
              <a:buSzPts val="1600"/>
              <a:buNone/>
              <a:defRPr sz="2133"/>
            </a:lvl3pPr>
            <a:lvl4pPr lvl="3" rtl="0">
              <a:lnSpc>
                <a:spcPct val="100000"/>
              </a:lnSpc>
              <a:spcBef>
                <a:spcPts val="0"/>
              </a:spcBef>
              <a:spcAft>
                <a:spcPts val="0"/>
              </a:spcAft>
              <a:buSzPts val="1600"/>
              <a:buNone/>
              <a:defRPr sz="2133"/>
            </a:lvl4pPr>
            <a:lvl5pPr lvl="4" rtl="0">
              <a:lnSpc>
                <a:spcPct val="100000"/>
              </a:lnSpc>
              <a:spcBef>
                <a:spcPts val="0"/>
              </a:spcBef>
              <a:spcAft>
                <a:spcPts val="0"/>
              </a:spcAft>
              <a:buSzPts val="1600"/>
              <a:buNone/>
              <a:defRPr sz="2133"/>
            </a:lvl5pPr>
            <a:lvl6pPr lvl="5" rtl="0">
              <a:lnSpc>
                <a:spcPct val="100000"/>
              </a:lnSpc>
              <a:spcBef>
                <a:spcPts val="0"/>
              </a:spcBef>
              <a:spcAft>
                <a:spcPts val="0"/>
              </a:spcAft>
              <a:buSzPts val="1600"/>
              <a:buNone/>
              <a:defRPr sz="2133"/>
            </a:lvl6pPr>
            <a:lvl7pPr lvl="6" rtl="0">
              <a:lnSpc>
                <a:spcPct val="100000"/>
              </a:lnSpc>
              <a:spcBef>
                <a:spcPts val="0"/>
              </a:spcBef>
              <a:spcAft>
                <a:spcPts val="0"/>
              </a:spcAft>
              <a:buSzPts val="1600"/>
              <a:buNone/>
              <a:defRPr sz="2133"/>
            </a:lvl7pPr>
            <a:lvl8pPr lvl="7" rtl="0">
              <a:lnSpc>
                <a:spcPct val="100000"/>
              </a:lnSpc>
              <a:spcBef>
                <a:spcPts val="0"/>
              </a:spcBef>
              <a:spcAft>
                <a:spcPts val="0"/>
              </a:spcAft>
              <a:buSzPts val="1600"/>
              <a:buNone/>
              <a:defRPr sz="2133"/>
            </a:lvl8pPr>
            <a:lvl9pPr lvl="8" rtl="0">
              <a:lnSpc>
                <a:spcPct val="100000"/>
              </a:lnSpc>
              <a:spcBef>
                <a:spcPts val="0"/>
              </a:spcBef>
              <a:spcAft>
                <a:spcPts val="0"/>
              </a:spcAft>
              <a:buSzPts val="1600"/>
              <a:buNone/>
              <a:defRPr sz="2133"/>
            </a:lvl9pPr>
          </a:lstStyle>
          <a:p>
            <a:r>
              <a:rPr lang="en-US"/>
              <a:t>Click to edit Master subtitle style</a:t>
            </a:r>
            <a:endParaRPr/>
          </a:p>
        </p:txBody>
      </p:sp>
      <p:sp>
        <p:nvSpPr>
          <p:cNvPr id="178" name="Google Shape;178;p21"/>
          <p:cNvSpPr txBox="1">
            <a:spLocks noGrp="1"/>
          </p:cNvSpPr>
          <p:nvPr>
            <p:ph type="body" idx="2"/>
          </p:nvPr>
        </p:nvSpPr>
        <p:spPr>
          <a:xfrm>
            <a:off x="6538267" y="881333"/>
            <a:ext cx="4574000" cy="51608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pPr lvl="0"/>
            <a:r>
              <a:rPr lang="en-US"/>
              <a:t>Click to edit Master text styles</a:t>
            </a:r>
          </a:p>
        </p:txBody>
      </p:sp>
      <p:sp>
        <p:nvSpPr>
          <p:cNvPr id="179" name="Google Shape;179;p21"/>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2864649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80"/>
        <p:cNvGrpSpPr/>
        <p:nvPr/>
      </p:nvGrpSpPr>
      <p:grpSpPr>
        <a:xfrm>
          <a:off x="0" y="0"/>
          <a:ext cx="0" cy="0"/>
          <a:chOff x="0" y="0"/>
          <a:chExt cx="0" cy="0"/>
        </a:xfrm>
      </p:grpSpPr>
      <p:grpSp>
        <p:nvGrpSpPr>
          <p:cNvPr id="181" name="Google Shape;181;p22"/>
          <p:cNvGrpSpPr/>
          <p:nvPr/>
        </p:nvGrpSpPr>
        <p:grpSpPr>
          <a:xfrm>
            <a:off x="951164" y="5129492"/>
            <a:ext cx="1100523" cy="1100523"/>
            <a:chOff x="348199" y="179450"/>
            <a:chExt cx="1116300" cy="1116300"/>
          </a:xfrm>
        </p:grpSpPr>
        <p:sp>
          <p:nvSpPr>
            <p:cNvPr id="182" name="Google Shape;182;p22"/>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22"/>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4" name="Google Shape;184;p22"/>
          <p:cNvSpPr txBox="1">
            <a:spLocks noGrp="1"/>
          </p:cNvSpPr>
          <p:nvPr>
            <p:ph type="body" idx="1"/>
          </p:nvPr>
        </p:nvSpPr>
        <p:spPr>
          <a:xfrm>
            <a:off x="1738400" y="5518633"/>
            <a:ext cx="7790800" cy="713200"/>
          </a:xfrm>
          <a:prstGeom prst="rect">
            <a:avLst/>
          </a:prstGeom>
        </p:spPr>
        <p:txBody>
          <a:bodyPr spcFirstLastPara="1" wrap="square" lIns="91425" tIns="91425" rIns="91425" bIns="91425" anchor="t" anchorCtr="0">
            <a:normAutofit/>
          </a:bodyPr>
          <a:lstStyle>
            <a:lvl1pPr marL="609585" lvl="0" indent="-304792" rtl="0">
              <a:lnSpc>
                <a:spcPct val="100000"/>
              </a:lnSpc>
              <a:spcBef>
                <a:spcPts val="0"/>
              </a:spcBef>
              <a:spcAft>
                <a:spcPts val="0"/>
              </a:spcAft>
              <a:buSzPts val="1300"/>
              <a:buNone/>
              <a:defRPr/>
            </a:lvl1pPr>
          </a:lstStyle>
          <a:p>
            <a:pPr lvl="0"/>
            <a:r>
              <a:rPr lang="en-US"/>
              <a:t>Click to edit Master text styles</a:t>
            </a:r>
          </a:p>
        </p:txBody>
      </p:sp>
      <p:sp>
        <p:nvSpPr>
          <p:cNvPr id="185" name="Google Shape;185;p22"/>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732905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3"/>
        </a:solidFill>
        <a:effectLst/>
      </p:bgPr>
    </p:bg>
    <p:spTree>
      <p:nvGrpSpPr>
        <p:cNvPr id="1" name="Shape 186"/>
        <p:cNvGrpSpPr/>
        <p:nvPr/>
      </p:nvGrpSpPr>
      <p:grpSpPr>
        <a:xfrm>
          <a:off x="0" y="0"/>
          <a:ext cx="0" cy="0"/>
          <a:chOff x="0" y="0"/>
          <a:chExt cx="0" cy="0"/>
        </a:xfrm>
      </p:grpSpPr>
      <p:grpSp>
        <p:nvGrpSpPr>
          <p:cNvPr id="187" name="Google Shape;187;p23"/>
          <p:cNvGrpSpPr/>
          <p:nvPr/>
        </p:nvGrpSpPr>
        <p:grpSpPr>
          <a:xfrm>
            <a:off x="69" y="5465600"/>
            <a:ext cx="12192048" cy="1392400"/>
            <a:chOff x="52" y="4099200"/>
            <a:chExt cx="9144036" cy="1044300"/>
          </a:xfrm>
        </p:grpSpPr>
        <p:grpSp>
          <p:nvGrpSpPr>
            <p:cNvPr id="188" name="Google Shape;188;p23"/>
            <p:cNvGrpSpPr/>
            <p:nvPr/>
          </p:nvGrpSpPr>
          <p:grpSpPr>
            <a:xfrm>
              <a:off x="52" y="4309200"/>
              <a:ext cx="231622" cy="834300"/>
              <a:chOff x="2688737" y="4301380"/>
              <a:chExt cx="231900" cy="834300"/>
            </a:xfrm>
          </p:grpSpPr>
          <p:sp>
            <p:nvSpPr>
              <p:cNvPr id="189" name="Google Shape;189;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3" name="Google Shape;193;p23"/>
            <p:cNvGrpSpPr/>
            <p:nvPr/>
          </p:nvGrpSpPr>
          <p:grpSpPr>
            <a:xfrm>
              <a:off x="371406" y="4099200"/>
              <a:ext cx="231622" cy="1044300"/>
              <a:chOff x="2688737" y="4091380"/>
              <a:chExt cx="231900" cy="1044300"/>
            </a:xfrm>
          </p:grpSpPr>
          <p:sp>
            <p:nvSpPr>
              <p:cNvPr id="194" name="Google Shape;194;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 name="Google Shape;195;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 name="Google Shape;196;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 name="Google Shape;197;p23"/>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9" name="Google Shape;199;p23"/>
            <p:cNvGrpSpPr/>
            <p:nvPr/>
          </p:nvGrpSpPr>
          <p:grpSpPr>
            <a:xfrm>
              <a:off x="742761" y="4309200"/>
              <a:ext cx="231622" cy="834300"/>
              <a:chOff x="2688737" y="4301380"/>
              <a:chExt cx="231900" cy="834300"/>
            </a:xfrm>
          </p:grpSpPr>
          <p:sp>
            <p:nvSpPr>
              <p:cNvPr id="200" name="Google Shape;200;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3"/>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 name="Google Shape;203;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4" name="Google Shape;204;p23"/>
            <p:cNvGrpSpPr/>
            <p:nvPr/>
          </p:nvGrpSpPr>
          <p:grpSpPr>
            <a:xfrm>
              <a:off x="1114115" y="4518900"/>
              <a:ext cx="231622" cy="624600"/>
              <a:chOff x="2688737" y="4511080"/>
              <a:chExt cx="231900" cy="624600"/>
            </a:xfrm>
          </p:grpSpPr>
          <p:sp>
            <p:nvSpPr>
              <p:cNvPr id="205" name="Google Shape;205;p23"/>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23"/>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23"/>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8" name="Google Shape;208;p23"/>
            <p:cNvGrpSpPr/>
            <p:nvPr/>
          </p:nvGrpSpPr>
          <p:grpSpPr>
            <a:xfrm>
              <a:off x="1856753" y="4099200"/>
              <a:ext cx="231600" cy="1044300"/>
              <a:chOff x="1856753" y="4099200"/>
              <a:chExt cx="231600" cy="1044300"/>
            </a:xfrm>
          </p:grpSpPr>
          <p:sp>
            <p:nvSpPr>
              <p:cNvPr id="209" name="Google Shape;209;p23"/>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 name="Google Shape;210;p23"/>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 name="Google Shape;211;p23"/>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 name="Google Shape;212;p23"/>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 name="Google Shape;213;p23"/>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4" name="Google Shape;214;p23"/>
            <p:cNvGrpSpPr/>
            <p:nvPr/>
          </p:nvGrpSpPr>
          <p:grpSpPr>
            <a:xfrm>
              <a:off x="2228107" y="4309200"/>
              <a:ext cx="231600" cy="834300"/>
              <a:chOff x="2228107" y="4309200"/>
              <a:chExt cx="231600" cy="834300"/>
            </a:xfrm>
          </p:grpSpPr>
          <p:sp>
            <p:nvSpPr>
              <p:cNvPr id="215" name="Google Shape;215;p23"/>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23"/>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23"/>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23"/>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9" name="Google Shape;219;p23"/>
            <p:cNvGrpSpPr/>
            <p:nvPr/>
          </p:nvGrpSpPr>
          <p:grpSpPr>
            <a:xfrm>
              <a:off x="2599462" y="4518900"/>
              <a:ext cx="231600" cy="624600"/>
              <a:chOff x="2599462" y="4518900"/>
              <a:chExt cx="231600" cy="624600"/>
            </a:xfrm>
          </p:grpSpPr>
          <p:sp>
            <p:nvSpPr>
              <p:cNvPr id="220" name="Google Shape;220;p23"/>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3"/>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23"/>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3" name="Google Shape;223;p23"/>
            <p:cNvGrpSpPr/>
            <p:nvPr/>
          </p:nvGrpSpPr>
          <p:grpSpPr>
            <a:xfrm>
              <a:off x="3342171" y="4099200"/>
              <a:ext cx="231600" cy="1044300"/>
              <a:chOff x="3342171" y="4099200"/>
              <a:chExt cx="231600" cy="1044300"/>
            </a:xfrm>
          </p:grpSpPr>
          <p:sp>
            <p:nvSpPr>
              <p:cNvPr id="224" name="Google Shape;224;p23"/>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23"/>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23"/>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23"/>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23"/>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9" name="Google Shape;229;p23"/>
            <p:cNvGrpSpPr/>
            <p:nvPr/>
          </p:nvGrpSpPr>
          <p:grpSpPr>
            <a:xfrm>
              <a:off x="3713525" y="4309200"/>
              <a:ext cx="231600" cy="834300"/>
              <a:chOff x="3713525" y="4309200"/>
              <a:chExt cx="231600" cy="834300"/>
            </a:xfrm>
          </p:grpSpPr>
          <p:sp>
            <p:nvSpPr>
              <p:cNvPr id="230" name="Google Shape;230;p23"/>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23"/>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23"/>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23"/>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4" name="Google Shape;234;p23"/>
            <p:cNvGrpSpPr/>
            <p:nvPr/>
          </p:nvGrpSpPr>
          <p:grpSpPr>
            <a:xfrm>
              <a:off x="1485398" y="4309200"/>
              <a:ext cx="231600" cy="834300"/>
              <a:chOff x="1485398" y="4309200"/>
              <a:chExt cx="231600" cy="834300"/>
            </a:xfrm>
          </p:grpSpPr>
          <p:sp>
            <p:nvSpPr>
              <p:cNvPr id="235" name="Google Shape;235;p23"/>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23"/>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23"/>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23"/>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9" name="Google Shape;239;p23"/>
            <p:cNvGrpSpPr/>
            <p:nvPr/>
          </p:nvGrpSpPr>
          <p:grpSpPr>
            <a:xfrm>
              <a:off x="4084879" y="4518900"/>
              <a:ext cx="231600" cy="624600"/>
              <a:chOff x="4084879" y="4518900"/>
              <a:chExt cx="231600" cy="624600"/>
            </a:xfrm>
          </p:grpSpPr>
          <p:sp>
            <p:nvSpPr>
              <p:cNvPr id="240" name="Google Shape;240;p23"/>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23"/>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23"/>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3" name="Google Shape;243;p23"/>
            <p:cNvGrpSpPr/>
            <p:nvPr/>
          </p:nvGrpSpPr>
          <p:grpSpPr>
            <a:xfrm>
              <a:off x="2970816" y="4309200"/>
              <a:ext cx="231600" cy="834300"/>
              <a:chOff x="2970816" y="4309200"/>
              <a:chExt cx="231600" cy="834300"/>
            </a:xfrm>
          </p:grpSpPr>
          <p:sp>
            <p:nvSpPr>
              <p:cNvPr id="244" name="Google Shape;244;p23"/>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23"/>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23"/>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23"/>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8" name="Google Shape;248;p23"/>
            <p:cNvGrpSpPr/>
            <p:nvPr/>
          </p:nvGrpSpPr>
          <p:grpSpPr>
            <a:xfrm>
              <a:off x="4456234" y="4309200"/>
              <a:ext cx="231600" cy="834300"/>
              <a:chOff x="4456234" y="4309200"/>
              <a:chExt cx="231600" cy="834300"/>
            </a:xfrm>
          </p:grpSpPr>
          <p:sp>
            <p:nvSpPr>
              <p:cNvPr id="249" name="Google Shape;249;p23"/>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23"/>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23"/>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23"/>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53" name="Google Shape;253;p23"/>
            <p:cNvGrpSpPr/>
            <p:nvPr/>
          </p:nvGrpSpPr>
          <p:grpSpPr>
            <a:xfrm>
              <a:off x="4827588" y="4099200"/>
              <a:ext cx="231600" cy="1044300"/>
              <a:chOff x="4827588" y="4099200"/>
              <a:chExt cx="231600" cy="1044300"/>
            </a:xfrm>
          </p:grpSpPr>
          <p:sp>
            <p:nvSpPr>
              <p:cNvPr id="254" name="Google Shape;254;p23"/>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23"/>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23"/>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23"/>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23"/>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59" name="Google Shape;259;p23"/>
            <p:cNvGrpSpPr/>
            <p:nvPr/>
          </p:nvGrpSpPr>
          <p:grpSpPr>
            <a:xfrm>
              <a:off x="5198943" y="4309200"/>
              <a:ext cx="231600" cy="834300"/>
              <a:chOff x="5198943" y="4309200"/>
              <a:chExt cx="231600" cy="834300"/>
            </a:xfrm>
          </p:grpSpPr>
          <p:sp>
            <p:nvSpPr>
              <p:cNvPr id="260" name="Google Shape;260;p23"/>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23"/>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23"/>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23"/>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4" name="Google Shape;264;p23"/>
            <p:cNvGrpSpPr/>
            <p:nvPr/>
          </p:nvGrpSpPr>
          <p:grpSpPr>
            <a:xfrm>
              <a:off x="5570297" y="4518900"/>
              <a:ext cx="231600" cy="624600"/>
              <a:chOff x="5570297" y="4518900"/>
              <a:chExt cx="231600" cy="624600"/>
            </a:xfrm>
          </p:grpSpPr>
          <p:sp>
            <p:nvSpPr>
              <p:cNvPr id="265" name="Google Shape;265;p23"/>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23"/>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23"/>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8" name="Google Shape;268;p23"/>
            <p:cNvGrpSpPr/>
            <p:nvPr/>
          </p:nvGrpSpPr>
          <p:grpSpPr>
            <a:xfrm>
              <a:off x="5941652" y="4309200"/>
              <a:ext cx="231600" cy="834300"/>
              <a:chOff x="5941652" y="4309200"/>
              <a:chExt cx="231600" cy="834300"/>
            </a:xfrm>
          </p:grpSpPr>
          <p:sp>
            <p:nvSpPr>
              <p:cNvPr id="269" name="Google Shape;269;p23"/>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23"/>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23"/>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23"/>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3" name="Google Shape;273;p23"/>
            <p:cNvGrpSpPr/>
            <p:nvPr/>
          </p:nvGrpSpPr>
          <p:grpSpPr>
            <a:xfrm>
              <a:off x="6313006" y="4099200"/>
              <a:ext cx="231600" cy="1044300"/>
              <a:chOff x="6313006" y="4099200"/>
              <a:chExt cx="231600" cy="1044300"/>
            </a:xfrm>
          </p:grpSpPr>
          <p:sp>
            <p:nvSpPr>
              <p:cNvPr id="274" name="Google Shape;274;p23"/>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23"/>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23"/>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7" name="Google Shape;277;p23"/>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23"/>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9" name="Google Shape;279;p23"/>
            <p:cNvGrpSpPr/>
            <p:nvPr/>
          </p:nvGrpSpPr>
          <p:grpSpPr>
            <a:xfrm>
              <a:off x="6684361" y="4309200"/>
              <a:ext cx="231600" cy="834300"/>
              <a:chOff x="6684361" y="4309200"/>
              <a:chExt cx="231600" cy="834300"/>
            </a:xfrm>
          </p:grpSpPr>
          <p:sp>
            <p:nvSpPr>
              <p:cNvPr id="280" name="Google Shape;280;p23"/>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23"/>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23"/>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23"/>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4" name="Google Shape;284;p23"/>
            <p:cNvGrpSpPr/>
            <p:nvPr/>
          </p:nvGrpSpPr>
          <p:grpSpPr>
            <a:xfrm>
              <a:off x="7055715" y="4518900"/>
              <a:ext cx="231600" cy="624600"/>
              <a:chOff x="7055715" y="4518900"/>
              <a:chExt cx="231600" cy="624600"/>
            </a:xfrm>
          </p:grpSpPr>
          <p:sp>
            <p:nvSpPr>
              <p:cNvPr id="285" name="Google Shape;285;p23"/>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23"/>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7" name="Google Shape;287;p23"/>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8" name="Google Shape;288;p23"/>
            <p:cNvGrpSpPr/>
            <p:nvPr/>
          </p:nvGrpSpPr>
          <p:grpSpPr>
            <a:xfrm>
              <a:off x="7798424" y="4099200"/>
              <a:ext cx="231600" cy="1044300"/>
              <a:chOff x="7798424" y="4099200"/>
              <a:chExt cx="231600" cy="1044300"/>
            </a:xfrm>
          </p:grpSpPr>
          <p:sp>
            <p:nvSpPr>
              <p:cNvPr id="289" name="Google Shape;289;p23"/>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23"/>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23"/>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23"/>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23"/>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4" name="Google Shape;294;p23"/>
            <p:cNvGrpSpPr/>
            <p:nvPr/>
          </p:nvGrpSpPr>
          <p:grpSpPr>
            <a:xfrm>
              <a:off x="8169779" y="4309200"/>
              <a:ext cx="231600" cy="834300"/>
              <a:chOff x="8169779" y="4309200"/>
              <a:chExt cx="231600" cy="834300"/>
            </a:xfrm>
          </p:grpSpPr>
          <p:sp>
            <p:nvSpPr>
              <p:cNvPr id="295" name="Google Shape;295;p23"/>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23"/>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7" name="Google Shape;297;p23"/>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8" name="Google Shape;298;p23"/>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9" name="Google Shape;299;p23"/>
            <p:cNvGrpSpPr/>
            <p:nvPr/>
          </p:nvGrpSpPr>
          <p:grpSpPr>
            <a:xfrm>
              <a:off x="7427070" y="4309200"/>
              <a:ext cx="231600" cy="834300"/>
              <a:chOff x="7427070" y="4309200"/>
              <a:chExt cx="231600" cy="834300"/>
            </a:xfrm>
          </p:grpSpPr>
          <p:sp>
            <p:nvSpPr>
              <p:cNvPr id="300" name="Google Shape;300;p23"/>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1" name="Google Shape;301;p23"/>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2" name="Google Shape;302;p23"/>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23"/>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04" name="Google Shape;304;p23"/>
            <p:cNvGrpSpPr/>
            <p:nvPr/>
          </p:nvGrpSpPr>
          <p:grpSpPr>
            <a:xfrm>
              <a:off x="8541133" y="4518900"/>
              <a:ext cx="231600" cy="624600"/>
              <a:chOff x="8541133" y="4518900"/>
              <a:chExt cx="231600" cy="624600"/>
            </a:xfrm>
          </p:grpSpPr>
          <p:sp>
            <p:nvSpPr>
              <p:cNvPr id="305" name="Google Shape;305;p23"/>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23"/>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23"/>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08" name="Google Shape;308;p23"/>
            <p:cNvGrpSpPr/>
            <p:nvPr/>
          </p:nvGrpSpPr>
          <p:grpSpPr>
            <a:xfrm>
              <a:off x="8912488" y="4309200"/>
              <a:ext cx="231600" cy="834300"/>
              <a:chOff x="8912488" y="4309200"/>
              <a:chExt cx="231600" cy="834300"/>
            </a:xfrm>
          </p:grpSpPr>
          <p:sp>
            <p:nvSpPr>
              <p:cNvPr id="309" name="Google Shape;309;p23"/>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23"/>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23"/>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23"/>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13" name="Google Shape;313;p23"/>
          <p:cNvSpPr txBox="1">
            <a:spLocks noGrp="1"/>
          </p:cNvSpPr>
          <p:nvPr>
            <p:ph type="title" hasCustomPrompt="1"/>
          </p:nvPr>
        </p:nvSpPr>
        <p:spPr>
          <a:xfrm>
            <a:off x="1851500" y="1030300"/>
            <a:ext cx="8489200" cy="24844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8000"/>
              <a:buNone/>
              <a:defRPr sz="10666">
                <a:solidFill>
                  <a:schemeClr val="lt1"/>
                </a:solidFill>
              </a:defRPr>
            </a:lvl1pPr>
            <a:lvl2pPr lvl="1" algn="ctr" rtl="0">
              <a:spcBef>
                <a:spcPts val="0"/>
              </a:spcBef>
              <a:spcAft>
                <a:spcPts val="0"/>
              </a:spcAft>
              <a:buClr>
                <a:schemeClr val="lt1"/>
              </a:buClr>
              <a:buSzPts val="8000"/>
              <a:buNone/>
              <a:defRPr sz="10666">
                <a:solidFill>
                  <a:schemeClr val="lt1"/>
                </a:solidFill>
              </a:defRPr>
            </a:lvl2pPr>
            <a:lvl3pPr lvl="2" algn="ctr" rtl="0">
              <a:spcBef>
                <a:spcPts val="0"/>
              </a:spcBef>
              <a:spcAft>
                <a:spcPts val="0"/>
              </a:spcAft>
              <a:buClr>
                <a:schemeClr val="lt1"/>
              </a:buClr>
              <a:buSzPts val="8000"/>
              <a:buNone/>
              <a:defRPr sz="10666">
                <a:solidFill>
                  <a:schemeClr val="lt1"/>
                </a:solidFill>
              </a:defRPr>
            </a:lvl3pPr>
            <a:lvl4pPr lvl="3" algn="ctr" rtl="0">
              <a:spcBef>
                <a:spcPts val="0"/>
              </a:spcBef>
              <a:spcAft>
                <a:spcPts val="0"/>
              </a:spcAft>
              <a:buClr>
                <a:schemeClr val="lt1"/>
              </a:buClr>
              <a:buSzPts val="8000"/>
              <a:buNone/>
              <a:defRPr sz="10666">
                <a:solidFill>
                  <a:schemeClr val="lt1"/>
                </a:solidFill>
              </a:defRPr>
            </a:lvl4pPr>
            <a:lvl5pPr lvl="4" algn="ctr" rtl="0">
              <a:spcBef>
                <a:spcPts val="0"/>
              </a:spcBef>
              <a:spcAft>
                <a:spcPts val="0"/>
              </a:spcAft>
              <a:buClr>
                <a:schemeClr val="lt1"/>
              </a:buClr>
              <a:buSzPts val="8000"/>
              <a:buNone/>
              <a:defRPr sz="10666">
                <a:solidFill>
                  <a:schemeClr val="lt1"/>
                </a:solidFill>
              </a:defRPr>
            </a:lvl5pPr>
            <a:lvl6pPr lvl="5" algn="ctr" rtl="0">
              <a:spcBef>
                <a:spcPts val="0"/>
              </a:spcBef>
              <a:spcAft>
                <a:spcPts val="0"/>
              </a:spcAft>
              <a:buClr>
                <a:schemeClr val="lt1"/>
              </a:buClr>
              <a:buSzPts val="8000"/>
              <a:buNone/>
              <a:defRPr sz="10666">
                <a:solidFill>
                  <a:schemeClr val="lt1"/>
                </a:solidFill>
              </a:defRPr>
            </a:lvl6pPr>
            <a:lvl7pPr lvl="6" algn="ctr" rtl="0">
              <a:spcBef>
                <a:spcPts val="0"/>
              </a:spcBef>
              <a:spcAft>
                <a:spcPts val="0"/>
              </a:spcAft>
              <a:buClr>
                <a:schemeClr val="lt1"/>
              </a:buClr>
              <a:buSzPts val="8000"/>
              <a:buNone/>
              <a:defRPr sz="10666">
                <a:solidFill>
                  <a:schemeClr val="lt1"/>
                </a:solidFill>
              </a:defRPr>
            </a:lvl7pPr>
            <a:lvl8pPr lvl="7" algn="ctr" rtl="0">
              <a:spcBef>
                <a:spcPts val="0"/>
              </a:spcBef>
              <a:spcAft>
                <a:spcPts val="0"/>
              </a:spcAft>
              <a:buClr>
                <a:schemeClr val="lt1"/>
              </a:buClr>
              <a:buSzPts val="8000"/>
              <a:buNone/>
              <a:defRPr sz="10666">
                <a:solidFill>
                  <a:schemeClr val="lt1"/>
                </a:solidFill>
              </a:defRPr>
            </a:lvl8pPr>
            <a:lvl9pPr lvl="8" algn="ctr" rtl="0">
              <a:spcBef>
                <a:spcPts val="0"/>
              </a:spcBef>
              <a:spcAft>
                <a:spcPts val="0"/>
              </a:spcAft>
              <a:buClr>
                <a:schemeClr val="lt1"/>
              </a:buClr>
              <a:buSzPts val="8000"/>
              <a:buNone/>
              <a:defRPr sz="10666">
                <a:solidFill>
                  <a:schemeClr val="lt1"/>
                </a:solidFill>
              </a:defRPr>
            </a:lvl9pPr>
          </a:lstStyle>
          <a:p>
            <a:r>
              <a:t>xx%</a:t>
            </a:r>
          </a:p>
        </p:txBody>
      </p:sp>
      <p:sp>
        <p:nvSpPr>
          <p:cNvPr id="314" name="Google Shape;314;p23"/>
          <p:cNvSpPr txBox="1">
            <a:spLocks noGrp="1"/>
          </p:cNvSpPr>
          <p:nvPr>
            <p:ph type="body" idx="1"/>
          </p:nvPr>
        </p:nvSpPr>
        <p:spPr>
          <a:xfrm>
            <a:off x="1851500" y="3616400"/>
            <a:ext cx="8489200" cy="1481600"/>
          </a:xfrm>
          <a:prstGeom prst="rect">
            <a:avLst/>
          </a:prstGeom>
        </p:spPr>
        <p:txBody>
          <a:bodyPr spcFirstLastPara="1" wrap="square" lIns="91425" tIns="91425" rIns="91425" bIns="91425" anchor="t" anchorCtr="0">
            <a:normAutofit/>
          </a:bodyPr>
          <a:lstStyle>
            <a:lvl1pPr marL="609585" lvl="0" indent="-414856" algn="ctr" rtl="0">
              <a:spcBef>
                <a:spcPts val="0"/>
              </a:spcBef>
              <a:spcAft>
                <a:spcPts val="0"/>
              </a:spcAft>
              <a:buClr>
                <a:schemeClr val="lt1"/>
              </a:buClr>
              <a:buSzPts val="1300"/>
              <a:buChar char="●"/>
              <a:defRPr>
                <a:solidFill>
                  <a:schemeClr val="lt1"/>
                </a:solidFill>
              </a:defRPr>
            </a:lvl1pPr>
            <a:lvl2pPr marL="1219170" lvl="1" indent="-397923" algn="ctr" rtl="0">
              <a:spcBef>
                <a:spcPts val="0"/>
              </a:spcBef>
              <a:spcAft>
                <a:spcPts val="0"/>
              </a:spcAft>
              <a:buClr>
                <a:schemeClr val="lt1"/>
              </a:buClr>
              <a:buSzPts val="1100"/>
              <a:buChar char="○"/>
              <a:defRPr>
                <a:solidFill>
                  <a:schemeClr val="lt1"/>
                </a:solidFill>
              </a:defRPr>
            </a:lvl2pPr>
            <a:lvl3pPr marL="1828754" lvl="2" indent="-397923" algn="ctr" rtl="0">
              <a:spcBef>
                <a:spcPts val="0"/>
              </a:spcBef>
              <a:spcAft>
                <a:spcPts val="0"/>
              </a:spcAft>
              <a:buClr>
                <a:schemeClr val="lt1"/>
              </a:buClr>
              <a:buSzPts val="1100"/>
              <a:buChar char="■"/>
              <a:defRPr>
                <a:solidFill>
                  <a:schemeClr val="lt1"/>
                </a:solidFill>
              </a:defRPr>
            </a:lvl3pPr>
            <a:lvl4pPr marL="2438339" lvl="3" indent="-397923" algn="ctr" rtl="0">
              <a:spcBef>
                <a:spcPts val="0"/>
              </a:spcBef>
              <a:spcAft>
                <a:spcPts val="0"/>
              </a:spcAft>
              <a:buClr>
                <a:schemeClr val="lt1"/>
              </a:buClr>
              <a:buSzPts val="1100"/>
              <a:buChar char="●"/>
              <a:defRPr>
                <a:solidFill>
                  <a:schemeClr val="lt1"/>
                </a:solidFill>
              </a:defRPr>
            </a:lvl4pPr>
            <a:lvl5pPr marL="3047924" lvl="4" indent="-397923" algn="ctr" rtl="0">
              <a:spcBef>
                <a:spcPts val="0"/>
              </a:spcBef>
              <a:spcAft>
                <a:spcPts val="0"/>
              </a:spcAft>
              <a:buClr>
                <a:schemeClr val="lt1"/>
              </a:buClr>
              <a:buSzPts val="1100"/>
              <a:buChar char="○"/>
              <a:defRPr>
                <a:solidFill>
                  <a:schemeClr val="lt1"/>
                </a:solidFill>
              </a:defRPr>
            </a:lvl5pPr>
            <a:lvl6pPr marL="3657509" lvl="5" indent="-397923" algn="ctr" rtl="0">
              <a:spcBef>
                <a:spcPts val="0"/>
              </a:spcBef>
              <a:spcAft>
                <a:spcPts val="0"/>
              </a:spcAft>
              <a:buClr>
                <a:schemeClr val="lt1"/>
              </a:buClr>
              <a:buSzPts val="1100"/>
              <a:buChar char="■"/>
              <a:defRPr>
                <a:solidFill>
                  <a:schemeClr val="lt1"/>
                </a:solidFill>
              </a:defRPr>
            </a:lvl6pPr>
            <a:lvl7pPr marL="4267093" lvl="6" indent="-397923" algn="ctr" rtl="0">
              <a:spcBef>
                <a:spcPts val="0"/>
              </a:spcBef>
              <a:spcAft>
                <a:spcPts val="0"/>
              </a:spcAft>
              <a:buClr>
                <a:schemeClr val="lt1"/>
              </a:buClr>
              <a:buSzPts val="1100"/>
              <a:buChar char="●"/>
              <a:defRPr>
                <a:solidFill>
                  <a:schemeClr val="lt1"/>
                </a:solidFill>
              </a:defRPr>
            </a:lvl7pPr>
            <a:lvl8pPr marL="4876678" lvl="7" indent="-397923" algn="ctr" rtl="0">
              <a:spcBef>
                <a:spcPts val="0"/>
              </a:spcBef>
              <a:spcAft>
                <a:spcPts val="0"/>
              </a:spcAft>
              <a:buClr>
                <a:schemeClr val="lt1"/>
              </a:buClr>
              <a:buSzPts val="1100"/>
              <a:buChar char="○"/>
              <a:defRPr>
                <a:solidFill>
                  <a:schemeClr val="lt1"/>
                </a:solidFill>
              </a:defRPr>
            </a:lvl8pPr>
            <a:lvl9pPr marL="5486263" lvl="8" indent="-397923" algn="ctr" rtl="0">
              <a:spcBef>
                <a:spcPts val="0"/>
              </a:spcBef>
              <a:spcAft>
                <a:spcPts val="0"/>
              </a:spcAft>
              <a:buClr>
                <a:schemeClr val="lt1"/>
              </a:buClr>
              <a:buSzPts val="1100"/>
              <a:buChar char="■"/>
              <a:defRPr>
                <a:solidFill>
                  <a:schemeClr val="lt1"/>
                </a:solidFill>
              </a:defRPr>
            </a:lvl9pPr>
          </a:lstStyle>
          <a:p>
            <a:pPr lvl="0"/>
            <a:r>
              <a:rPr lang="en-US"/>
              <a:t>Click to edit Master text styles</a:t>
            </a:r>
          </a:p>
        </p:txBody>
      </p:sp>
      <p:sp>
        <p:nvSpPr>
          <p:cNvPr id="315" name="Google Shape;315;p23"/>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3911239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6"/>
        <p:cNvGrpSpPr/>
        <p:nvPr/>
      </p:nvGrpSpPr>
      <p:grpSpPr>
        <a:xfrm>
          <a:off x="0" y="0"/>
          <a:ext cx="0" cy="0"/>
          <a:chOff x="0" y="0"/>
          <a:chExt cx="0" cy="0"/>
        </a:xfrm>
      </p:grpSpPr>
      <p:sp>
        <p:nvSpPr>
          <p:cNvPr id="317" name="Google Shape;317;p24"/>
          <p:cNvSpPr txBox="1">
            <a:spLocks noGrp="1"/>
          </p:cNvSpPr>
          <p:nvPr>
            <p:ph type="sldNum" idx="12"/>
          </p:nvPr>
        </p:nvSpPr>
        <p:spPr>
          <a:xfrm>
            <a:off x="11268061" y="6315968"/>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179147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B314C-4F25-C028-F91D-B656039A218E}"/>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4B540B21-8EDC-DAE3-3C9D-AD5BB42B735F}"/>
              </a:ext>
            </a:extLst>
          </p:cNvPr>
          <p:cNvSpPr>
            <a:spLocks noGrp="1"/>
          </p:cNvSpPr>
          <p:nvPr>
            <p:ph type="sldNum" idx="10"/>
          </p:nvPr>
        </p:nvSpPr>
        <p:spPr/>
        <p:txBody>
          <a:bodyPr/>
          <a:lstStyle/>
          <a:p>
            <a:fld id="{3B602711-E837-48CD-954B-BAC6A80E185A}" type="slidenum">
              <a:rPr lang="en-US" smtClean="0"/>
              <a:t>‹#›</a:t>
            </a:fld>
            <a:endParaRPr lang="en-US"/>
          </a:p>
        </p:txBody>
      </p:sp>
    </p:spTree>
    <p:extLst>
      <p:ext uri="{BB962C8B-B14F-4D97-AF65-F5344CB8AC3E}">
        <p14:creationId xmlns:p14="http://schemas.microsoft.com/office/powerpoint/2010/main" val="571456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rt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52" name="Google Shape;52;p1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11150" rtl="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rtl="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53" name="Google Shape;53;p13"/>
          <p:cNvSpPr txBox="1">
            <a:spLocks noGrp="1"/>
          </p:cNvSpPr>
          <p:nvPr>
            <p:ph type="sldNum" idx="12"/>
          </p:nvPr>
        </p:nvSpPr>
        <p:spPr>
          <a:xfrm>
            <a:off x="11268061" y="6315968"/>
            <a:ext cx="731600" cy="524800"/>
          </a:xfrm>
          <a:prstGeom prst="rect">
            <a:avLst/>
          </a:prstGeom>
          <a:noFill/>
          <a:ln>
            <a:noFill/>
          </a:ln>
        </p:spPr>
        <p:txBody>
          <a:bodyPr spcFirstLastPara="1" wrap="square" lIns="91425" tIns="91425" rIns="91425" bIns="91425" anchor="ctr" anchorCtr="0">
            <a:normAutofit/>
          </a:bodyPr>
          <a:lstStyle>
            <a:lvl1pPr lvl="0" algn="r" rtl="0">
              <a:buNone/>
              <a:defRPr sz="1200">
                <a:solidFill>
                  <a:schemeClr val="dk2"/>
                </a:solidFill>
                <a:latin typeface="Nunito"/>
                <a:ea typeface="Nunito"/>
                <a:cs typeface="Nunito"/>
                <a:sym typeface="Nunito"/>
              </a:defRPr>
            </a:lvl1pPr>
            <a:lvl2pPr lvl="1" algn="r" rtl="0">
              <a:buNone/>
              <a:defRPr sz="1200">
                <a:solidFill>
                  <a:schemeClr val="dk2"/>
                </a:solidFill>
                <a:latin typeface="Nunito"/>
                <a:ea typeface="Nunito"/>
                <a:cs typeface="Nunito"/>
                <a:sym typeface="Nunito"/>
              </a:defRPr>
            </a:lvl2pPr>
            <a:lvl3pPr lvl="2" algn="r" rtl="0">
              <a:buNone/>
              <a:defRPr sz="1200">
                <a:solidFill>
                  <a:schemeClr val="dk2"/>
                </a:solidFill>
                <a:latin typeface="Nunito"/>
                <a:ea typeface="Nunito"/>
                <a:cs typeface="Nunito"/>
                <a:sym typeface="Nunito"/>
              </a:defRPr>
            </a:lvl3pPr>
            <a:lvl4pPr lvl="3" algn="r" rtl="0">
              <a:buNone/>
              <a:defRPr sz="1200">
                <a:solidFill>
                  <a:schemeClr val="dk2"/>
                </a:solidFill>
                <a:latin typeface="Nunito"/>
                <a:ea typeface="Nunito"/>
                <a:cs typeface="Nunito"/>
                <a:sym typeface="Nunito"/>
              </a:defRPr>
            </a:lvl4pPr>
            <a:lvl5pPr lvl="4" algn="r" rtl="0">
              <a:buNone/>
              <a:defRPr sz="1200">
                <a:solidFill>
                  <a:schemeClr val="dk2"/>
                </a:solidFill>
                <a:latin typeface="Nunito"/>
                <a:ea typeface="Nunito"/>
                <a:cs typeface="Nunito"/>
                <a:sym typeface="Nunito"/>
              </a:defRPr>
            </a:lvl5pPr>
            <a:lvl6pPr lvl="5" algn="r" rtl="0">
              <a:buNone/>
              <a:defRPr sz="1200">
                <a:solidFill>
                  <a:schemeClr val="dk2"/>
                </a:solidFill>
                <a:latin typeface="Nunito"/>
                <a:ea typeface="Nunito"/>
                <a:cs typeface="Nunito"/>
                <a:sym typeface="Nunito"/>
              </a:defRPr>
            </a:lvl6pPr>
            <a:lvl7pPr lvl="6" algn="r" rtl="0">
              <a:buNone/>
              <a:defRPr sz="1200">
                <a:solidFill>
                  <a:schemeClr val="dk2"/>
                </a:solidFill>
                <a:latin typeface="Nunito"/>
                <a:ea typeface="Nunito"/>
                <a:cs typeface="Nunito"/>
                <a:sym typeface="Nunito"/>
              </a:defRPr>
            </a:lvl7pPr>
            <a:lvl8pPr lvl="7" algn="r" rtl="0">
              <a:buNone/>
              <a:defRPr sz="1200">
                <a:solidFill>
                  <a:schemeClr val="dk2"/>
                </a:solidFill>
                <a:latin typeface="Nunito"/>
                <a:ea typeface="Nunito"/>
                <a:cs typeface="Nunito"/>
                <a:sym typeface="Nunito"/>
              </a:defRPr>
            </a:lvl8pPr>
            <a:lvl9pPr lvl="8" algn="r" rtl="0">
              <a:buNone/>
              <a:defRPr sz="1200">
                <a:solidFill>
                  <a:schemeClr val="dk2"/>
                </a:solidFill>
                <a:latin typeface="Nunito"/>
                <a:ea typeface="Nunito"/>
                <a:cs typeface="Nunito"/>
                <a:sym typeface="Nunito"/>
              </a:defRPr>
            </a:lvl9pPr>
          </a:lstStyle>
          <a:p>
            <a:fld id="{3B602711-E837-48CD-954B-BAC6A80E185A}" type="slidenum">
              <a:rPr lang="en-US" smtClean="0"/>
              <a:t>‹#›</a:t>
            </a:fld>
            <a:endParaRPr lang="en-US"/>
          </a:p>
        </p:txBody>
      </p:sp>
    </p:spTree>
    <p:extLst>
      <p:ext uri="{BB962C8B-B14F-4D97-AF65-F5344CB8AC3E}">
        <p14:creationId xmlns:p14="http://schemas.microsoft.com/office/powerpoint/2010/main" val="3052166248"/>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 id="2147483671" r:id="rId1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6C93C-0750-8892-DE90-86DBEEABDEF7}"/>
              </a:ext>
            </a:extLst>
          </p:cNvPr>
          <p:cNvSpPr>
            <a:spLocks noGrp="1"/>
          </p:cNvSpPr>
          <p:nvPr>
            <p:ph type="ctrTitle"/>
          </p:nvPr>
        </p:nvSpPr>
        <p:spPr>
          <a:xfrm>
            <a:off x="1098667" y="1800225"/>
            <a:ext cx="5674000" cy="2848726"/>
          </a:xfrm>
        </p:spPr>
        <p:txBody>
          <a:bodyPr>
            <a:normAutofit/>
          </a:bodyPr>
          <a:lstStyle/>
          <a:p>
            <a:r>
              <a:rPr lang="en-US" dirty="0"/>
              <a:t>Topic 3:</a:t>
            </a:r>
            <a:br>
              <a:rPr lang="en-US" dirty="0"/>
            </a:br>
            <a:r>
              <a:rPr lang="en-US" dirty="0"/>
              <a:t>Experiments</a:t>
            </a:r>
          </a:p>
        </p:txBody>
      </p:sp>
      <p:sp>
        <p:nvSpPr>
          <p:cNvPr id="3" name="Subtitle 2">
            <a:extLst>
              <a:ext uri="{FF2B5EF4-FFF2-40B4-BE49-F238E27FC236}">
                <a16:creationId xmlns:a16="http://schemas.microsoft.com/office/drawing/2014/main" id="{7FFBA0F3-8656-2BD0-E7EE-418D0C96BB0C}"/>
              </a:ext>
            </a:extLst>
          </p:cNvPr>
          <p:cNvSpPr>
            <a:spLocks noGrp="1"/>
          </p:cNvSpPr>
          <p:nvPr>
            <p:ph type="subTitle" idx="1"/>
          </p:nvPr>
        </p:nvSpPr>
        <p:spPr>
          <a:xfrm>
            <a:off x="1098667" y="4795066"/>
            <a:ext cx="8188208" cy="1605733"/>
          </a:xfrm>
        </p:spPr>
        <p:txBody>
          <a:bodyPr>
            <a:noAutofit/>
          </a:bodyPr>
          <a:lstStyle/>
          <a:p>
            <a:pPr>
              <a:spcAft>
                <a:spcPts val="600"/>
              </a:spcAft>
            </a:pPr>
            <a:r>
              <a:rPr lang="en-US" dirty="0"/>
              <a:t>STOR 155: Introduction to Data Models and Inference</a:t>
            </a:r>
          </a:p>
          <a:p>
            <a:pPr>
              <a:spcAft>
                <a:spcPts val="600"/>
              </a:spcAft>
            </a:pPr>
            <a:r>
              <a:rPr lang="en-US" dirty="0"/>
              <a:t>Dr. Teressa Bergland</a:t>
            </a:r>
          </a:p>
          <a:p>
            <a:pPr>
              <a:spcAft>
                <a:spcPts val="600"/>
              </a:spcAft>
            </a:pPr>
            <a:r>
              <a:rPr lang="en-US" dirty="0"/>
              <a:t>Fall 2025</a:t>
            </a:r>
          </a:p>
        </p:txBody>
      </p:sp>
    </p:spTree>
    <p:extLst>
      <p:ext uri="{BB962C8B-B14F-4D97-AF65-F5344CB8AC3E}">
        <p14:creationId xmlns:p14="http://schemas.microsoft.com/office/powerpoint/2010/main" val="385340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34631-F46A-2BF3-4349-BEA91A8DA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CB76F-03CB-4724-4660-04BDDC9F026D}"/>
              </a:ext>
            </a:extLst>
          </p:cNvPr>
          <p:cNvSpPr>
            <a:spLocks noGrp="1"/>
          </p:cNvSpPr>
          <p:nvPr>
            <p:ph type="title"/>
          </p:nvPr>
        </p:nvSpPr>
        <p:spPr>
          <a:xfrm>
            <a:off x="1738400" y="798100"/>
            <a:ext cx="9374000" cy="935166"/>
          </a:xfrm>
        </p:spPr>
        <p:txBody>
          <a:bodyPr>
            <a:normAutofit/>
          </a:bodyPr>
          <a:lstStyle/>
          <a:p>
            <a:r>
              <a:rPr lang="en-US" sz="3600" dirty="0"/>
              <a:t>Announcements</a:t>
            </a:r>
          </a:p>
        </p:txBody>
      </p:sp>
      <p:sp>
        <p:nvSpPr>
          <p:cNvPr id="5" name="Text Placeholder 2">
            <a:extLst>
              <a:ext uri="{FF2B5EF4-FFF2-40B4-BE49-F238E27FC236}">
                <a16:creationId xmlns:a16="http://schemas.microsoft.com/office/drawing/2014/main" id="{A4436E46-12E9-B0DB-4135-DA5C17ADF152}"/>
              </a:ext>
            </a:extLst>
          </p:cNvPr>
          <p:cNvSpPr>
            <a:spLocks noGrp="1"/>
          </p:cNvSpPr>
          <p:nvPr>
            <p:ph type="body" idx="1"/>
          </p:nvPr>
        </p:nvSpPr>
        <p:spPr>
          <a:xfrm>
            <a:off x="1738400" y="1712499"/>
            <a:ext cx="9634450" cy="5002625"/>
          </a:xfrm>
        </p:spPr>
        <p:txBody>
          <a:bodyPr>
            <a:normAutofit/>
          </a:bodyPr>
          <a:lstStyle/>
          <a:p>
            <a:pPr marL="194729" indent="0">
              <a:spcBef>
                <a:spcPts val="400"/>
              </a:spcBef>
              <a:buNone/>
            </a:pPr>
            <a:r>
              <a:rPr lang="en-US" sz="2000" dirty="0"/>
              <a:t>Course PSAs:</a:t>
            </a:r>
          </a:p>
          <a:p>
            <a:pPr>
              <a:spcBef>
                <a:spcPts val="400"/>
              </a:spcBef>
            </a:pPr>
            <a:r>
              <a:rPr lang="en-US" sz="2000" dirty="0"/>
              <a:t>Reminder: Tutorial sessions start this week!</a:t>
            </a:r>
          </a:p>
          <a:p>
            <a:pPr>
              <a:spcBef>
                <a:spcPts val="400"/>
              </a:spcBef>
            </a:pPr>
            <a:r>
              <a:rPr lang="en-US" sz="2000" dirty="0"/>
              <a:t>Homework 2 due </a:t>
            </a:r>
            <a:r>
              <a:rPr lang="en-US" sz="2000" b="1" dirty="0"/>
              <a:t>TODAY, Tuesday 1/20 on WebAssign</a:t>
            </a:r>
          </a:p>
          <a:p>
            <a:pPr lvl="1">
              <a:spcBef>
                <a:spcPts val="400"/>
              </a:spcBef>
            </a:pPr>
            <a:r>
              <a:rPr lang="en-US" sz="1800" dirty="0"/>
              <a:t>You likely can still complete this homework even if you have not yet paid for WebAssign… but if you haven’t yet, it’s time to do that.</a:t>
            </a:r>
          </a:p>
          <a:p>
            <a:pPr>
              <a:spcBef>
                <a:spcPts val="400"/>
              </a:spcBef>
            </a:pPr>
            <a:r>
              <a:rPr lang="en-US" sz="2000" dirty="0"/>
              <a:t>Homework 3 due </a:t>
            </a:r>
            <a:r>
              <a:rPr lang="en-US" sz="2000" b="1" dirty="0"/>
              <a:t>Thursday 1/22 on WebAssign</a:t>
            </a:r>
          </a:p>
          <a:p>
            <a:pPr>
              <a:spcBef>
                <a:spcPts val="400"/>
              </a:spcBef>
            </a:pPr>
            <a:r>
              <a:rPr lang="en-US" sz="2000" dirty="0"/>
              <a:t>Attendance: If you are getting errors related to location, try accessing </a:t>
            </a:r>
            <a:r>
              <a:rPr lang="en-US" sz="2000" dirty="0" err="1"/>
              <a:t>PollEverywhere</a:t>
            </a:r>
            <a:r>
              <a:rPr lang="en-US" sz="2000" dirty="0"/>
              <a:t> a different way (different device, app vs browser, </a:t>
            </a:r>
            <a:r>
              <a:rPr lang="en-US" sz="2000" dirty="0" err="1"/>
              <a:t>etc</a:t>
            </a:r>
            <a:r>
              <a:rPr lang="en-US" sz="2000" dirty="0"/>
              <a:t>)</a:t>
            </a:r>
          </a:p>
        </p:txBody>
      </p:sp>
    </p:spTree>
    <p:extLst>
      <p:ext uri="{BB962C8B-B14F-4D97-AF65-F5344CB8AC3E}">
        <p14:creationId xmlns:p14="http://schemas.microsoft.com/office/powerpoint/2010/main" val="22566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5AD21-101E-7B24-F10B-C8376E346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76638-2469-BD02-03C1-6385CAB7330A}"/>
              </a:ext>
            </a:extLst>
          </p:cNvPr>
          <p:cNvSpPr>
            <a:spLocks noGrp="1"/>
          </p:cNvSpPr>
          <p:nvPr>
            <p:ph type="title"/>
          </p:nvPr>
        </p:nvSpPr>
        <p:spPr>
          <a:xfrm>
            <a:off x="1738400" y="798100"/>
            <a:ext cx="9374000" cy="935166"/>
          </a:xfrm>
        </p:spPr>
        <p:txBody>
          <a:bodyPr>
            <a:normAutofit/>
          </a:bodyPr>
          <a:lstStyle/>
          <a:p>
            <a:r>
              <a:rPr lang="en-US" sz="3600" dirty="0"/>
              <a:t>Let’s Practice! Choosing Sampling Methods</a:t>
            </a:r>
          </a:p>
        </p:txBody>
      </p:sp>
      <p:sp>
        <p:nvSpPr>
          <p:cNvPr id="5" name="Text Placeholder 2">
            <a:extLst>
              <a:ext uri="{FF2B5EF4-FFF2-40B4-BE49-F238E27FC236}">
                <a16:creationId xmlns:a16="http://schemas.microsoft.com/office/drawing/2014/main" id="{D8A2CEBC-667F-015C-B6AF-B4ADF84BF192}"/>
              </a:ext>
            </a:extLst>
          </p:cNvPr>
          <p:cNvSpPr>
            <a:spLocks noGrp="1"/>
          </p:cNvSpPr>
          <p:nvPr>
            <p:ph type="body" idx="1"/>
          </p:nvPr>
        </p:nvSpPr>
        <p:spPr>
          <a:xfrm>
            <a:off x="1738400" y="1712499"/>
            <a:ext cx="9634450" cy="5002625"/>
          </a:xfrm>
        </p:spPr>
        <p:txBody>
          <a:bodyPr>
            <a:normAutofit/>
          </a:bodyPr>
          <a:lstStyle/>
          <a:p>
            <a:pPr marL="194729" indent="0">
              <a:spcBef>
                <a:spcPts val="400"/>
              </a:spcBef>
              <a:buNone/>
            </a:pPr>
            <a:r>
              <a:rPr lang="en-US" sz="2000" dirty="0"/>
              <a:t>The native </a:t>
            </a:r>
            <a:r>
              <a:rPr lang="en-US" sz="2000" dirty="0" err="1"/>
              <a:t>Yup’ik</a:t>
            </a:r>
            <a:r>
              <a:rPr lang="en-US" sz="2000" dirty="0"/>
              <a:t> peoples of Alaska have seen an increase in chronic disease over the last several decades, despite little to no change to their traditional lifestyle.  The problem is especially bad in rural and isolated areas. </a:t>
            </a:r>
          </a:p>
          <a:p>
            <a:pPr>
              <a:spcBef>
                <a:spcPts val="400"/>
              </a:spcBef>
            </a:pPr>
            <a:r>
              <a:rPr lang="en-US" sz="2000" dirty="0"/>
              <a:t>You are investigating whether these diseases might stem from increased heavy metal concentrations in the traditional </a:t>
            </a:r>
            <a:r>
              <a:rPr lang="en-US" sz="2000" dirty="0" err="1"/>
              <a:t>Yup’ik</a:t>
            </a:r>
            <a:r>
              <a:rPr lang="en-US" sz="2000" dirty="0"/>
              <a:t> diet.</a:t>
            </a:r>
          </a:p>
          <a:p>
            <a:pPr>
              <a:spcBef>
                <a:spcPts val="400"/>
              </a:spcBef>
            </a:pPr>
            <a:r>
              <a:rPr lang="en-US" sz="2000" dirty="0"/>
              <a:t>Your </a:t>
            </a:r>
            <a:r>
              <a:rPr lang="en-US" sz="2000" b="1" dirty="0"/>
              <a:t>first step</a:t>
            </a:r>
            <a:r>
              <a:rPr lang="en-US" sz="2000" dirty="0"/>
              <a:t> is to determine whether the </a:t>
            </a:r>
            <a:r>
              <a:rPr lang="en-US" sz="2000" dirty="0" err="1"/>
              <a:t>Yup’ik</a:t>
            </a:r>
            <a:r>
              <a:rPr lang="en-US" sz="2000" dirty="0"/>
              <a:t> have abnormally high concentrations of heavy metals in their blood.</a:t>
            </a:r>
          </a:p>
          <a:p>
            <a:pPr>
              <a:spcBef>
                <a:spcPts val="400"/>
              </a:spcBef>
            </a:pPr>
            <a:r>
              <a:rPr lang="en-US" sz="2000" dirty="0"/>
              <a:t>A local expert informs you that there are approximately 60 rural </a:t>
            </a:r>
            <a:r>
              <a:rPr lang="en-US" sz="2000" dirty="0" err="1"/>
              <a:t>Yup’ik</a:t>
            </a:r>
            <a:r>
              <a:rPr lang="en-US" sz="2000" dirty="0"/>
              <a:t> villages in Alaska, ranging from 50-250 residents each.</a:t>
            </a:r>
          </a:p>
          <a:p>
            <a:pPr marL="194729" indent="0">
              <a:spcBef>
                <a:spcPts val="400"/>
              </a:spcBef>
              <a:buNone/>
            </a:pPr>
            <a:endParaRPr lang="en-US" sz="2000" dirty="0"/>
          </a:p>
          <a:p>
            <a:pPr marL="194729" indent="0">
              <a:spcBef>
                <a:spcPts val="400"/>
              </a:spcBef>
              <a:buNone/>
            </a:pPr>
            <a:r>
              <a:rPr lang="en-US" sz="2000" b="1" dirty="0"/>
              <a:t>How might you collect a sample from this population for your study?</a:t>
            </a:r>
          </a:p>
        </p:txBody>
      </p:sp>
    </p:spTree>
    <p:extLst>
      <p:ext uri="{BB962C8B-B14F-4D97-AF65-F5344CB8AC3E}">
        <p14:creationId xmlns:p14="http://schemas.microsoft.com/office/powerpoint/2010/main" val="234687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5C751-0FDF-B7A2-2E64-8FEA14C00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8738E-ACDE-12AA-02D8-A05E1D57322C}"/>
              </a:ext>
            </a:extLst>
          </p:cNvPr>
          <p:cNvSpPr>
            <a:spLocks noGrp="1"/>
          </p:cNvSpPr>
          <p:nvPr>
            <p:ph type="title"/>
          </p:nvPr>
        </p:nvSpPr>
        <p:spPr/>
        <p:txBody>
          <a:bodyPr>
            <a:normAutofit/>
          </a:bodyPr>
          <a:lstStyle/>
          <a:p>
            <a:r>
              <a:rPr lang="en-US" sz="3600" dirty="0"/>
              <a:t>Additional Factors in Causing Bias</a:t>
            </a:r>
          </a:p>
        </p:txBody>
      </p:sp>
      <p:sp>
        <p:nvSpPr>
          <p:cNvPr id="3" name="Text Placeholder 2">
            <a:extLst>
              <a:ext uri="{FF2B5EF4-FFF2-40B4-BE49-F238E27FC236}">
                <a16:creationId xmlns:a16="http://schemas.microsoft.com/office/drawing/2014/main" id="{C25C0F4B-1B16-6004-2D1D-F4D957456A4E}"/>
              </a:ext>
            </a:extLst>
          </p:cNvPr>
          <p:cNvSpPr>
            <a:spLocks noGrp="1"/>
          </p:cNvSpPr>
          <p:nvPr>
            <p:ph type="body" idx="1"/>
          </p:nvPr>
        </p:nvSpPr>
        <p:spPr>
          <a:xfrm>
            <a:off x="1738400" y="1771650"/>
            <a:ext cx="4690975" cy="4270550"/>
          </a:xfrm>
        </p:spPr>
        <p:txBody>
          <a:bodyPr>
            <a:normAutofit/>
          </a:bodyPr>
          <a:lstStyle/>
          <a:p>
            <a:pPr marL="194729" indent="0" algn="ctr">
              <a:buNone/>
            </a:pPr>
            <a:r>
              <a:rPr lang="en-US" sz="2400" b="1" dirty="0"/>
              <a:t>Wording</a:t>
            </a:r>
          </a:p>
        </p:txBody>
      </p:sp>
      <p:sp>
        <p:nvSpPr>
          <p:cNvPr id="4" name="Text Placeholder 2">
            <a:extLst>
              <a:ext uri="{FF2B5EF4-FFF2-40B4-BE49-F238E27FC236}">
                <a16:creationId xmlns:a16="http://schemas.microsoft.com/office/drawing/2014/main" id="{E08AC0E1-8143-CB9F-98BD-0259FEB6832E}"/>
              </a:ext>
            </a:extLst>
          </p:cNvPr>
          <p:cNvSpPr txBox="1">
            <a:spLocks/>
          </p:cNvSpPr>
          <p:nvPr/>
        </p:nvSpPr>
        <p:spPr>
          <a:xfrm>
            <a:off x="6096000" y="1771650"/>
            <a:ext cx="4690975" cy="42705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609585" marR="0" lvl="0" indent="-414856" algn="l" rtl="0" eaLnBrk="1" hangingPunct="1">
              <a:lnSpc>
                <a:spcPct val="115000"/>
              </a:lnSpc>
              <a:spcBef>
                <a:spcPts val="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1pPr>
            <a:lvl2pPr marL="1219170" marR="0" lvl="1"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2pPr>
            <a:lvl3pPr marL="1828754" marR="0" lvl="2"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3pPr>
            <a:lvl4pPr marL="2438339" marR="0" lvl="3"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3047924" marR="0" lvl="4"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5pPr>
            <a:lvl6pPr marL="3657509" marR="0" lvl="5"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6pPr>
            <a:lvl7pPr marL="4267093" marR="0" lvl="6"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7pPr>
            <a:lvl8pPr marL="4876678" marR="0" lvl="7"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8pPr>
            <a:lvl9pPr marL="5486263" marR="0" lvl="8" indent="-397923" algn="l" rtl="0" eaLnBrk="1" hangingPunct="1">
              <a:lnSpc>
                <a:spcPct val="115000"/>
              </a:lnSpc>
              <a:spcBef>
                <a:spcPts val="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9pPr>
          </a:lstStyle>
          <a:p>
            <a:pPr marL="194729" indent="0" algn="ctr">
              <a:buFont typeface="Nunito"/>
              <a:buNone/>
            </a:pPr>
            <a:r>
              <a:rPr lang="en-US" sz="2400" b="1" kern="0" dirty="0"/>
              <a:t>Framing</a:t>
            </a:r>
          </a:p>
        </p:txBody>
      </p:sp>
      <p:pic>
        <p:nvPicPr>
          <p:cNvPr id="7" name="Picture 6">
            <a:extLst>
              <a:ext uri="{FF2B5EF4-FFF2-40B4-BE49-F238E27FC236}">
                <a16:creationId xmlns:a16="http://schemas.microsoft.com/office/drawing/2014/main" id="{F32AC702-22E1-382E-552B-B20F8BE843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5675" y="2443719"/>
            <a:ext cx="5184353" cy="2926411"/>
          </a:xfrm>
          <a:prstGeom prst="rect">
            <a:avLst/>
          </a:prstGeom>
        </p:spPr>
      </p:pic>
      <p:pic>
        <p:nvPicPr>
          <p:cNvPr id="9" name="Picture 8">
            <a:extLst>
              <a:ext uri="{FF2B5EF4-FFF2-40B4-BE49-F238E27FC236}">
                <a16:creationId xmlns:a16="http://schemas.microsoft.com/office/drawing/2014/main" id="{960FDD1B-BDF1-9FCD-F2B1-EF183BCEE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583" y="2349589"/>
            <a:ext cx="2892392" cy="4356013"/>
          </a:xfrm>
          <a:prstGeom prst="rect">
            <a:avLst/>
          </a:prstGeom>
        </p:spPr>
      </p:pic>
    </p:spTree>
    <p:extLst>
      <p:ext uri="{BB962C8B-B14F-4D97-AF65-F5344CB8AC3E}">
        <p14:creationId xmlns:p14="http://schemas.microsoft.com/office/powerpoint/2010/main" val="4010003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5C751-0FDF-B7A2-2E64-8FEA14C00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8738E-ACDE-12AA-02D8-A05E1D57322C}"/>
              </a:ext>
            </a:extLst>
          </p:cNvPr>
          <p:cNvSpPr>
            <a:spLocks noGrp="1"/>
          </p:cNvSpPr>
          <p:nvPr>
            <p:ph type="title"/>
          </p:nvPr>
        </p:nvSpPr>
        <p:spPr>
          <a:xfrm>
            <a:off x="1588957" y="798100"/>
            <a:ext cx="10343213" cy="1332400"/>
          </a:xfrm>
        </p:spPr>
        <p:txBody>
          <a:bodyPr>
            <a:normAutofit/>
          </a:bodyPr>
          <a:lstStyle/>
          <a:p>
            <a:r>
              <a:rPr lang="en-US" sz="3600" dirty="0"/>
              <a:t>Sample statistic, Population parameter</a:t>
            </a:r>
          </a:p>
        </p:txBody>
      </p:sp>
      <p:pic>
        <p:nvPicPr>
          <p:cNvPr id="7" name="Picture 6">
            <a:extLst>
              <a:ext uri="{FF2B5EF4-FFF2-40B4-BE49-F238E27FC236}">
                <a16:creationId xmlns:a16="http://schemas.microsoft.com/office/drawing/2014/main" id="{F32AC702-22E1-382E-552B-B20F8BE843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047" y="2308807"/>
            <a:ext cx="5184353" cy="2926411"/>
          </a:xfrm>
          <a:prstGeom prst="rect">
            <a:avLst/>
          </a:prstGeom>
        </p:spPr>
      </p:pic>
      <p:sp>
        <p:nvSpPr>
          <p:cNvPr id="8" name="TextBox 7">
            <a:extLst>
              <a:ext uri="{FF2B5EF4-FFF2-40B4-BE49-F238E27FC236}">
                <a16:creationId xmlns:a16="http://schemas.microsoft.com/office/drawing/2014/main" id="{DE366934-220A-5D59-D65D-4BD6A1C92443}"/>
              </a:ext>
            </a:extLst>
          </p:cNvPr>
          <p:cNvSpPr txBox="1"/>
          <p:nvPr/>
        </p:nvSpPr>
        <p:spPr>
          <a:xfrm>
            <a:off x="6936132" y="2130500"/>
            <a:ext cx="4718596" cy="830997"/>
          </a:xfrm>
          <a:prstGeom prst="rect">
            <a:avLst/>
          </a:prstGeom>
          <a:noFill/>
          <a:ln w="38100">
            <a:solidFill>
              <a:srgbClr val="FF0000"/>
            </a:solidFill>
          </a:ln>
        </p:spPr>
        <p:txBody>
          <a:bodyPr wrap="square" rtlCol="0">
            <a:spAutoFit/>
          </a:bodyPr>
          <a:lstStyle/>
          <a:p>
            <a:r>
              <a:rPr lang="en-US" sz="2400" dirty="0">
                <a:solidFill>
                  <a:schemeClr val="bg2">
                    <a:lumMod val="50000"/>
                  </a:schemeClr>
                </a:solidFill>
                <a:latin typeface="Nunito" pitchFamily="2" charset="0"/>
              </a:rPr>
              <a:t>Populations have </a:t>
            </a:r>
            <a:r>
              <a:rPr lang="en-US" sz="2400" b="1" dirty="0">
                <a:solidFill>
                  <a:schemeClr val="bg2">
                    <a:lumMod val="50000"/>
                  </a:schemeClr>
                </a:solidFill>
                <a:latin typeface="Nunito" pitchFamily="2" charset="0"/>
              </a:rPr>
              <a:t>parameters</a:t>
            </a:r>
            <a:r>
              <a:rPr lang="en-US" sz="2400" dirty="0">
                <a:solidFill>
                  <a:schemeClr val="bg2">
                    <a:lumMod val="50000"/>
                  </a:schemeClr>
                </a:solidFill>
                <a:latin typeface="Nunito" pitchFamily="2" charset="0"/>
              </a:rPr>
              <a:t> (unknown true values of interest)</a:t>
            </a:r>
          </a:p>
        </p:txBody>
      </p:sp>
      <p:sp>
        <p:nvSpPr>
          <p:cNvPr id="11" name="TextBox 10">
            <a:extLst>
              <a:ext uri="{FF2B5EF4-FFF2-40B4-BE49-F238E27FC236}">
                <a16:creationId xmlns:a16="http://schemas.microsoft.com/office/drawing/2014/main" id="{6102812C-AD03-AC33-4545-5E04238B54D9}"/>
              </a:ext>
            </a:extLst>
          </p:cNvPr>
          <p:cNvSpPr txBox="1"/>
          <p:nvPr/>
        </p:nvSpPr>
        <p:spPr>
          <a:xfrm>
            <a:off x="6936132" y="3429000"/>
            <a:ext cx="4718596" cy="830997"/>
          </a:xfrm>
          <a:prstGeom prst="rect">
            <a:avLst/>
          </a:prstGeom>
          <a:noFill/>
          <a:ln w="38100">
            <a:solidFill>
              <a:srgbClr val="FF0000"/>
            </a:solidFill>
          </a:ln>
        </p:spPr>
        <p:txBody>
          <a:bodyPr wrap="square" rtlCol="0">
            <a:spAutoFit/>
          </a:bodyPr>
          <a:lstStyle/>
          <a:p>
            <a:r>
              <a:rPr lang="en-US" sz="2400" dirty="0">
                <a:solidFill>
                  <a:schemeClr val="bg2">
                    <a:lumMod val="50000"/>
                  </a:schemeClr>
                </a:solidFill>
                <a:latin typeface="Nunito" pitchFamily="2" charset="0"/>
              </a:rPr>
              <a:t>Samples have </a:t>
            </a:r>
            <a:r>
              <a:rPr lang="en-US" sz="2400" b="1" dirty="0">
                <a:solidFill>
                  <a:schemeClr val="bg2">
                    <a:lumMod val="50000"/>
                  </a:schemeClr>
                </a:solidFill>
                <a:latin typeface="Nunito" pitchFamily="2" charset="0"/>
              </a:rPr>
              <a:t>statistics</a:t>
            </a:r>
            <a:r>
              <a:rPr lang="en-US" sz="2400" dirty="0">
                <a:solidFill>
                  <a:schemeClr val="bg2">
                    <a:lumMod val="50000"/>
                  </a:schemeClr>
                </a:solidFill>
                <a:latin typeface="Nunito" pitchFamily="2" charset="0"/>
              </a:rPr>
              <a:t> (observed values from sample)</a:t>
            </a:r>
          </a:p>
        </p:txBody>
      </p:sp>
      <p:sp>
        <p:nvSpPr>
          <p:cNvPr id="12" name="TextBox 11">
            <a:extLst>
              <a:ext uri="{FF2B5EF4-FFF2-40B4-BE49-F238E27FC236}">
                <a16:creationId xmlns:a16="http://schemas.microsoft.com/office/drawing/2014/main" id="{30ABC758-3644-2F6E-583E-41D565875137}"/>
              </a:ext>
            </a:extLst>
          </p:cNvPr>
          <p:cNvSpPr txBox="1"/>
          <p:nvPr/>
        </p:nvSpPr>
        <p:spPr>
          <a:xfrm>
            <a:off x="6936132" y="4727500"/>
            <a:ext cx="4718596" cy="1200329"/>
          </a:xfrm>
          <a:prstGeom prst="rect">
            <a:avLst/>
          </a:prstGeom>
          <a:noFill/>
          <a:ln w="38100">
            <a:solidFill>
              <a:srgbClr val="FF0000"/>
            </a:solidFill>
          </a:ln>
        </p:spPr>
        <p:txBody>
          <a:bodyPr wrap="square" rtlCol="0">
            <a:spAutoFit/>
          </a:bodyPr>
          <a:lstStyle/>
          <a:p>
            <a:r>
              <a:rPr lang="en-US" sz="2400" b="1" dirty="0">
                <a:solidFill>
                  <a:schemeClr val="bg2">
                    <a:lumMod val="50000"/>
                  </a:schemeClr>
                </a:solidFill>
                <a:latin typeface="Nunito" pitchFamily="2" charset="0"/>
              </a:rPr>
              <a:t>Goal:</a:t>
            </a:r>
            <a:r>
              <a:rPr lang="en-US" sz="2400" dirty="0">
                <a:solidFill>
                  <a:schemeClr val="bg2">
                    <a:lumMod val="50000"/>
                  </a:schemeClr>
                </a:solidFill>
                <a:latin typeface="Nunito" pitchFamily="2" charset="0"/>
              </a:rPr>
              <a:t> a good, unbiased sample has statistics that are good </a:t>
            </a:r>
            <a:r>
              <a:rPr lang="en-US" sz="2400" b="1" dirty="0">
                <a:solidFill>
                  <a:schemeClr val="bg2">
                    <a:lumMod val="50000"/>
                  </a:schemeClr>
                </a:solidFill>
                <a:latin typeface="Nunito" pitchFamily="2" charset="0"/>
              </a:rPr>
              <a:t>estimates</a:t>
            </a:r>
            <a:r>
              <a:rPr lang="en-US" sz="2400" dirty="0">
                <a:solidFill>
                  <a:schemeClr val="bg2">
                    <a:lumMod val="50000"/>
                  </a:schemeClr>
                </a:solidFill>
                <a:latin typeface="Nunito" pitchFamily="2" charset="0"/>
              </a:rPr>
              <a:t> of parameters</a:t>
            </a:r>
            <a:endParaRPr lang="en-US" sz="2400" b="1" dirty="0">
              <a:solidFill>
                <a:schemeClr val="bg2">
                  <a:lumMod val="50000"/>
                </a:schemeClr>
              </a:solidFill>
              <a:latin typeface="Nunito" pitchFamily="2" charset="0"/>
            </a:endParaRPr>
          </a:p>
        </p:txBody>
      </p:sp>
    </p:spTree>
    <p:extLst>
      <p:ext uri="{BB962C8B-B14F-4D97-AF65-F5344CB8AC3E}">
        <p14:creationId xmlns:p14="http://schemas.microsoft.com/office/powerpoint/2010/main" val="1256940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DB42B-284D-48B9-3B5E-1D846CF7C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AE171-60FA-B9DC-F241-7D7C58CD727E}"/>
              </a:ext>
            </a:extLst>
          </p:cNvPr>
          <p:cNvSpPr>
            <a:spLocks noGrp="1"/>
          </p:cNvSpPr>
          <p:nvPr>
            <p:ph type="title"/>
          </p:nvPr>
        </p:nvSpPr>
        <p:spPr>
          <a:xfrm>
            <a:off x="1738400" y="798100"/>
            <a:ext cx="9374000" cy="935166"/>
          </a:xfrm>
        </p:spPr>
        <p:txBody>
          <a:bodyPr>
            <a:normAutofit/>
          </a:bodyPr>
          <a:lstStyle/>
          <a:p>
            <a:r>
              <a:rPr lang="en-US" sz="3600" dirty="0"/>
              <a:t>Experimental Design</a:t>
            </a:r>
          </a:p>
        </p:txBody>
      </p:sp>
      <p:sp>
        <p:nvSpPr>
          <p:cNvPr id="5" name="Text Placeholder 2">
            <a:extLst>
              <a:ext uri="{FF2B5EF4-FFF2-40B4-BE49-F238E27FC236}">
                <a16:creationId xmlns:a16="http://schemas.microsoft.com/office/drawing/2014/main" id="{3F866A17-29C4-ADB2-4120-CF377ADE265B}"/>
              </a:ext>
            </a:extLst>
          </p:cNvPr>
          <p:cNvSpPr>
            <a:spLocks noGrp="1"/>
          </p:cNvSpPr>
          <p:nvPr>
            <p:ph type="body" idx="1"/>
          </p:nvPr>
        </p:nvSpPr>
        <p:spPr>
          <a:xfrm>
            <a:off x="1738400" y="1712499"/>
            <a:ext cx="9634450" cy="5002625"/>
          </a:xfrm>
        </p:spPr>
        <p:txBody>
          <a:bodyPr>
            <a:normAutofit/>
          </a:bodyPr>
          <a:lstStyle/>
          <a:p>
            <a:pPr marL="194729" indent="0">
              <a:spcBef>
                <a:spcPts val="400"/>
              </a:spcBef>
              <a:buNone/>
            </a:pPr>
            <a:r>
              <a:rPr lang="en-US" sz="2400" dirty="0"/>
              <a:t>4 Principles of Experimental Design:</a:t>
            </a:r>
          </a:p>
          <a:p>
            <a:pPr marL="194729" indent="0">
              <a:spcBef>
                <a:spcPts val="400"/>
              </a:spcBef>
              <a:buNone/>
            </a:pPr>
            <a:endParaRPr lang="en-US" sz="2400" dirty="0"/>
          </a:p>
          <a:p>
            <a:pPr marL="651929" indent="-457200">
              <a:spcBef>
                <a:spcPts val="400"/>
              </a:spcBef>
              <a:buSzPct val="100000"/>
              <a:buFont typeface="+mj-lt"/>
              <a:buAutoNum type="arabicPeriod"/>
            </a:pPr>
            <a:r>
              <a:rPr lang="en-US" sz="2400" dirty="0"/>
              <a:t>Control</a:t>
            </a:r>
          </a:p>
          <a:p>
            <a:pPr marL="651929" indent="-457200">
              <a:spcBef>
                <a:spcPts val="400"/>
              </a:spcBef>
              <a:buSzPct val="100000"/>
              <a:buFont typeface="+mj-lt"/>
              <a:buAutoNum type="arabicPeriod"/>
            </a:pPr>
            <a:endParaRPr lang="en-US" sz="2400" dirty="0"/>
          </a:p>
          <a:p>
            <a:pPr marL="651929" indent="-457200">
              <a:spcBef>
                <a:spcPts val="400"/>
              </a:spcBef>
              <a:buSzPct val="100000"/>
              <a:buFont typeface="+mj-lt"/>
              <a:buAutoNum type="arabicPeriod"/>
            </a:pPr>
            <a:r>
              <a:rPr lang="en-US" sz="2400" dirty="0"/>
              <a:t>Randomize</a:t>
            </a:r>
          </a:p>
          <a:p>
            <a:pPr marL="651929" indent="-457200">
              <a:spcBef>
                <a:spcPts val="400"/>
              </a:spcBef>
              <a:buSzPct val="100000"/>
              <a:buFont typeface="+mj-lt"/>
              <a:buAutoNum type="arabicPeriod"/>
            </a:pPr>
            <a:endParaRPr lang="en-US" sz="2400" dirty="0"/>
          </a:p>
          <a:p>
            <a:pPr marL="651929" indent="-457200">
              <a:spcBef>
                <a:spcPts val="400"/>
              </a:spcBef>
              <a:buSzPct val="100000"/>
              <a:buFont typeface="+mj-lt"/>
              <a:buAutoNum type="arabicPeriod"/>
            </a:pPr>
            <a:r>
              <a:rPr lang="en-US" sz="2400" dirty="0"/>
              <a:t>Replicate</a:t>
            </a:r>
          </a:p>
          <a:p>
            <a:pPr marL="651929" indent="-457200">
              <a:spcBef>
                <a:spcPts val="400"/>
              </a:spcBef>
              <a:buSzPct val="100000"/>
              <a:buFont typeface="+mj-lt"/>
              <a:buAutoNum type="arabicPeriod"/>
            </a:pPr>
            <a:endParaRPr lang="en-US" sz="2400" dirty="0"/>
          </a:p>
          <a:p>
            <a:pPr marL="651929" indent="-457200">
              <a:spcBef>
                <a:spcPts val="400"/>
              </a:spcBef>
              <a:buSzPct val="100000"/>
              <a:buFont typeface="+mj-lt"/>
              <a:buAutoNum type="arabicPeriod"/>
            </a:pPr>
            <a:r>
              <a:rPr lang="en-US" sz="2400" dirty="0"/>
              <a:t>Block</a:t>
            </a:r>
          </a:p>
        </p:txBody>
      </p:sp>
      <p:pic>
        <p:nvPicPr>
          <p:cNvPr id="4" name="Picture 3" descr="Two men posing for a picture&#10;&#10;AI-generated content may be incorrect.">
            <a:extLst>
              <a:ext uri="{FF2B5EF4-FFF2-40B4-BE49-F238E27FC236}">
                <a16:creationId xmlns:a16="http://schemas.microsoft.com/office/drawing/2014/main" id="{94DED530-4C41-126E-66D9-97A5A24B6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6098" y="1636813"/>
            <a:ext cx="3386302" cy="1896890"/>
          </a:xfrm>
          <a:prstGeom prst="rect">
            <a:avLst/>
          </a:prstGeom>
        </p:spPr>
      </p:pic>
      <p:cxnSp>
        <p:nvCxnSpPr>
          <p:cNvPr id="7" name="Straight Arrow Connector 6">
            <a:extLst>
              <a:ext uri="{FF2B5EF4-FFF2-40B4-BE49-F238E27FC236}">
                <a16:creationId xmlns:a16="http://schemas.microsoft.com/office/drawing/2014/main" id="{DED8B744-DEF7-8A22-67EB-D10D14B74755}"/>
              </a:ext>
            </a:extLst>
          </p:cNvPr>
          <p:cNvCxnSpPr>
            <a:cxnSpLocks/>
          </p:cNvCxnSpPr>
          <p:nvPr/>
        </p:nvCxnSpPr>
        <p:spPr>
          <a:xfrm flipV="1">
            <a:off x="3657600" y="2960775"/>
            <a:ext cx="3959637" cy="22268"/>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descr="A diagram of a group&#10;&#10;AI-generated content may be incorrect.">
            <a:extLst>
              <a:ext uri="{FF2B5EF4-FFF2-40B4-BE49-F238E27FC236}">
                <a16:creationId xmlns:a16="http://schemas.microsoft.com/office/drawing/2014/main" id="{D89DB480-7879-3BF2-926B-0DF4889284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1449" y="3890962"/>
            <a:ext cx="6070262" cy="2500948"/>
          </a:xfrm>
          <a:prstGeom prst="rect">
            <a:avLst/>
          </a:prstGeom>
        </p:spPr>
      </p:pic>
      <p:cxnSp>
        <p:nvCxnSpPr>
          <p:cNvPr id="11" name="Straight Arrow Connector 10">
            <a:extLst>
              <a:ext uri="{FF2B5EF4-FFF2-40B4-BE49-F238E27FC236}">
                <a16:creationId xmlns:a16="http://schemas.microsoft.com/office/drawing/2014/main" id="{3A81329A-D6A2-C349-0ED9-E6886FAD28EC}"/>
              </a:ext>
            </a:extLst>
          </p:cNvPr>
          <p:cNvCxnSpPr>
            <a:cxnSpLocks/>
          </p:cNvCxnSpPr>
          <p:nvPr/>
        </p:nvCxnSpPr>
        <p:spPr>
          <a:xfrm flipV="1">
            <a:off x="3300334" y="5411449"/>
            <a:ext cx="1961214" cy="373488"/>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AF05D5A-2E3D-2573-066D-28F66E645C08}"/>
              </a:ext>
            </a:extLst>
          </p:cNvPr>
          <p:cNvPicPr>
            <a:picLocks noChangeAspect="1"/>
          </p:cNvPicPr>
          <p:nvPr/>
        </p:nvPicPr>
        <p:blipFill>
          <a:blip r:embed="rId4"/>
          <a:srcRect r="50000"/>
          <a:stretch>
            <a:fillRect/>
          </a:stretch>
        </p:blipFill>
        <p:spPr>
          <a:xfrm>
            <a:off x="1929936" y="1712499"/>
            <a:ext cx="3959637" cy="4698769"/>
          </a:xfrm>
          <a:prstGeom prst="rect">
            <a:avLst/>
          </a:prstGeom>
        </p:spPr>
      </p:pic>
    </p:spTree>
    <p:extLst>
      <p:ext uri="{BB962C8B-B14F-4D97-AF65-F5344CB8AC3E}">
        <p14:creationId xmlns:p14="http://schemas.microsoft.com/office/powerpoint/2010/main" val="3431312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orn Stalk Vector Art &amp; Graphics | freevector.com">
            <a:extLst>
              <a:ext uri="{FF2B5EF4-FFF2-40B4-BE49-F238E27FC236}">
                <a16:creationId xmlns:a16="http://schemas.microsoft.com/office/drawing/2014/main" id="{E994C926-540A-74E0-7619-A2A2EBD0BC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033" t="7181" r="30066" b="13903"/>
          <a:stretch>
            <a:fillRect/>
          </a:stretch>
        </p:blipFill>
        <p:spPr bwMode="auto">
          <a:xfrm>
            <a:off x="89941" y="1793644"/>
            <a:ext cx="2143594" cy="49369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29D4C6C-6A97-368D-3849-97C5A8AB1DA5}"/>
              </a:ext>
            </a:extLst>
          </p:cNvPr>
          <p:cNvSpPr>
            <a:spLocks noGrp="1"/>
          </p:cNvSpPr>
          <p:nvPr>
            <p:ph type="title"/>
          </p:nvPr>
        </p:nvSpPr>
        <p:spPr/>
        <p:txBody>
          <a:bodyPr>
            <a:normAutofit/>
          </a:bodyPr>
          <a:lstStyle/>
          <a:p>
            <a:r>
              <a:rPr lang="en-US" sz="3600" dirty="0"/>
              <a:t>Let’s Practice! Variables</a:t>
            </a:r>
          </a:p>
        </p:txBody>
      </p:sp>
      <p:sp>
        <p:nvSpPr>
          <p:cNvPr id="3" name="Text Placeholder 2">
            <a:extLst>
              <a:ext uri="{FF2B5EF4-FFF2-40B4-BE49-F238E27FC236}">
                <a16:creationId xmlns:a16="http://schemas.microsoft.com/office/drawing/2014/main" id="{349AE698-01B2-9309-1488-5864CD061708}"/>
              </a:ext>
            </a:extLst>
          </p:cNvPr>
          <p:cNvSpPr>
            <a:spLocks noGrp="1"/>
          </p:cNvSpPr>
          <p:nvPr>
            <p:ph type="body" idx="1"/>
          </p:nvPr>
        </p:nvSpPr>
        <p:spPr>
          <a:xfrm>
            <a:off x="1738400" y="1813810"/>
            <a:ext cx="9579174" cy="4796852"/>
          </a:xfrm>
        </p:spPr>
        <p:txBody>
          <a:bodyPr>
            <a:normAutofit/>
          </a:bodyPr>
          <a:lstStyle/>
          <a:p>
            <a:pPr marL="194729" indent="0">
              <a:buNone/>
            </a:pPr>
            <a:r>
              <a:rPr lang="en-US" sz="2000" dirty="0"/>
              <a:t>A study is designed to test the effect of </a:t>
            </a:r>
            <a:r>
              <a:rPr lang="en-US" sz="2000" b="1" dirty="0"/>
              <a:t>light level</a:t>
            </a:r>
            <a:r>
              <a:rPr lang="en-US" sz="2000" dirty="0"/>
              <a:t> and </a:t>
            </a:r>
            <a:r>
              <a:rPr lang="en-US" sz="2000" b="1" dirty="0"/>
              <a:t>air quality</a:t>
            </a:r>
            <a:r>
              <a:rPr lang="en-US" sz="2000" dirty="0"/>
              <a:t> on the </a:t>
            </a:r>
            <a:r>
              <a:rPr lang="en-US" sz="2000" b="1" dirty="0"/>
              <a:t>growth rate of corn</a:t>
            </a:r>
            <a:r>
              <a:rPr lang="en-US" sz="2000" dirty="0"/>
              <a:t>. The researcher also believes that light level and air quality might have different effects on corn grown in soil with different acidity levels, so wants to make sure varying </a:t>
            </a:r>
            <a:r>
              <a:rPr lang="en-US" sz="2000" b="1" dirty="0"/>
              <a:t>soil acidity levels</a:t>
            </a:r>
            <a:r>
              <a:rPr lang="en-US" sz="2000" dirty="0"/>
              <a:t> are equally represented in each group. </a:t>
            </a:r>
          </a:p>
          <a:p>
            <a:pPr marL="651929" indent="-457200">
              <a:spcBef>
                <a:spcPts val="400"/>
              </a:spcBef>
              <a:spcAft>
                <a:spcPts val="400"/>
              </a:spcAft>
              <a:buSzPct val="100000"/>
              <a:buFont typeface="+mj-lt"/>
              <a:buAutoNum type="alphaLcParenR"/>
            </a:pPr>
            <a:r>
              <a:rPr lang="en-US" sz="2000" dirty="0"/>
              <a:t>There are 3 explanatory variables (light, air, soil) and 1 response variable (corn growth)</a:t>
            </a:r>
          </a:p>
          <a:p>
            <a:pPr marL="651929" indent="-457200">
              <a:spcBef>
                <a:spcPts val="400"/>
              </a:spcBef>
              <a:spcAft>
                <a:spcPts val="400"/>
              </a:spcAft>
              <a:buSzPct val="100000"/>
              <a:buFont typeface="+mj-lt"/>
              <a:buAutoNum type="alphaLcParenR"/>
            </a:pPr>
            <a:r>
              <a:rPr lang="en-US" sz="2000" dirty="0"/>
              <a:t>There are 2 explanatory variables (light and air), 1 blocking variable (soil), and 1 response variable (corn growth)</a:t>
            </a:r>
          </a:p>
          <a:p>
            <a:pPr marL="651929" indent="-457200">
              <a:spcBef>
                <a:spcPts val="400"/>
              </a:spcBef>
              <a:spcAft>
                <a:spcPts val="400"/>
              </a:spcAft>
              <a:buSzPct val="100000"/>
              <a:buFont typeface="+mj-lt"/>
              <a:buAutoNum type="alphaLcParenR"/>
            </a:pPr>
            <a:r>
              <a:rPr lang="en-US" sz="2000" dirty="0"/>
              <a:t>There is 1 explanatory variable (soil) and 3 response variables (light, air, corn growth)</a:t>
            </a:r>
          </a:p>
          <a:p>
            <a:pPr marL="651929" indent="-457200">
              <a:spcBef>
                <a:spcPts val="400"/>
              </a:spcBef>
              <a:spcAft>
                <a:spcPts val="400"/>
              </a:spcAft>
              <a:buSzPct val="100000"/>
              <a:buFont typeface="+mj-lt"/>
              <a:buAutoNum type="alphaLcParenR"/>
            </a:pPr>
            <a:r>
              <a:rPr lang="en-US" sz="2000" dirty="0"/>
              <a:t>There are 2 blocking variables (light and air), 1 explanatory variable (soil), and 1 response variable (corn growth)</a:t>
            </a:r>
          </a:p>
        </p:txBody>
      </p:sp>
      <p:grpSp>
        <p:nvGrpSpPr>
          <p:cNvPr id="4" name="Group 3">
            <a:extLst>
              <a:ext uri="{FF2B5EF4-FFF2-40B4-BE49-F238E27FC236}">
                <a16:creationId xmlns:a16="http://schemas.microsoft.com/office/drawing/2014/main" id="{A7C0DF1E-E94B-2088-EBF9-60275D876BBE}"/>
              </a:ext>
            </a:extLst>
          </p:cNvPr>
          <p:cNvGrpSpPr/>
          <p:nvPr/>
        </p:nvGrpSpPr>
        <p:grpSpPr>
          <a:xfrm>
            <a:off x="7601655" y="212592"/>
            <a:ext cx="1617296" cy="1618488"/>
            <a:chOff x="6900863" y="953941"/>
            <a:chExt cx="1828800" cy="1828800"/>
          </a:xfrm>
          <a:solidFill>
            <a:srgbClr val="FFC000"/>
          </a:solidFill>
        </p:grpSpPr>
        <p:sp>
          <p:nvSpPr>
            <p:cNvPr id="5" name="Oval 4">
              <a:extLst>
                <a:ext uri="{FF2B5EF4-FFF2-40B4-BE49-F238E27FC236}">
                  <a16:creationId xmlns:a16="http://schemas.microsoft.com/office/drawing/2014/main" id="{6493CD65-1BFC-A086-6C94-84DBB80EED05}"/>
                </a:ext>
              </a:extLst>
            </p:cNvPr>
            <p:cNvSpPr/>
            <p:nvPr/>
          </p:nvSpPr>
          <p:spPr>
            <a:xfrm>
              <a:off x="6900863" y="953941"/>
              <a:ext cx="1828800" cy="1828800"/>
            </a:xfrm>
            <a:prstGeom prst="ellipse">
              <a:avLst/>
            </a:prstGeom>
            <a:grp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BC6E9FE-17BD-E508-79B8-1565527FFE12}"/>
                </a:ext>
              </a:extLst>
            </p:cNvPr>
            <p:cNvSpPr/>
            <p:nvPr/>
          </p:nvSpPr>
          <p:spPr>
            <a:xfrm>
              <a:off x="6992303" y="1058901"/>
              <a:ext cx="1645920" cy="1645920"/>
            </a:xfrm>
            <a:prstGeom prst="ellipse">
              <a:avLst/>
            </a:prstGeom>
            <a:grp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val 6">
            <a:extLst>
              <a:ext uri="{FF2B5EF4-FFF2-40B4-BE49-F238E27FC236}">
                <a16:creationId xmlns:a16="http://schemas.microsoft.com/office/drawing/2014/main" id="{1FED1D02-6FB8-5C59-8C57-A2D93E8BFB4B}"/>
              </a:ext>
            </a:extLst>
          </p:cNvPr>
          <p:cNvSpPr/>
          <p:nvPr/>
        </p:nvSpPr>
        <p:spPr>
          <a:xfrm>
            <a:off x="7678105" y="305584"/>
            <a:ext cx="1463040" cy="1463040"/>
          </a:xfrm>
          <a:prstGeom prst="ellipse">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49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heel(1)">
                                      <p:cBhvr>
                                        <p:cTn id="29" dur="20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42FA1-E248-6659-8EE2-AED03B8BBF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56A37-567C-25D4-717C-8A3B8990F658}"/>
              </a:ext>
            </a:extLst>
          </p:cNvPr>
          <p:cNvSpPr>
            <a:spLocks noGrp="1"/>
          </p:cNvSpPr>
          <p:nvPr>
            <p:ph type="title"/>
          </p:nvPr>
        </p:nvSpPr>
        <p:spPr>
          <a:xfrm>
            <a:off x="1738400" y="798100"/>
            <a:ext cx="9374000" cy="935166"/>
          </a:xfrm>
        </p:spPr>
        <p:txBody>
          <a:bodyPr>
            <a:normAutofit/>
          </a:bodyPr>
          <a:lstStyle/>
          <a:p>
            <a:r>
              <a:rPr lang="en-US" sz="3600" dirty="0"/>
              <a:t>Eliminating Bias</a:t>
            </a:r>
          </a:p>
        </p:txBody>
      </p:sp>
      <p:sp>
        <p:nvSpPr>
          <p:cNvPr id="5" name="Text Placeholder 2">
            <a:extLst>
              <a:ext uri="{FF2B5EF4-FFF2-40B4-BE49-F238E27FC236}">
                <a16:creationId xmlns:a16="http://schemas.microsoft.com/office/drawing/2014/main" id="{A6958403-637F-968A-5C3D-09E1044CC0F7}"/>
              </a:ext>
            </a:extLst>
          </p:cNvPr>
          <p:cNvSpPr>
            <a:spLocks noGrp="1"/>
          </p:cNvSpPr>
          <p:nvPr>
            <p:ph type="body" idx="1"/>
          </p:nvPr>
        </p:nvSpPr>
        <p:spPr>
          <a:xfrm>
            <a:off x="1738400" y="1712499"/>
            <a:ext cx="9634450" cy="5002625"/>
          </a:xfrm>
        </p:spPr>
        <p:txBody>
          <a:bodyPr>
            <a:normAutofit/>
          </a:bodyPr>
          <a:lstStyle/>
          <a:p>
            <a:pPr marL="194729" indent="0">
              <a:spcBef>
                <a:spcPts val="400"/>
              </a:spcBef>
              <a:buNone/>
            </a:pPr>
            <a:r>
              <a:rPr lang="en-US" sz="2400" dirty="0"/>
              <a:t>Important terms:</a:t>
            </a:r>
          </a:p>
          <a:p>
            <a:pPr marL="194729" indent="0">
              <a:spcBef>
                <a:spcPts val="400"/>
              </a:spcBef>
              <a:buNone/>
            </a:pPr>
            <a:endParaRPr lang="en-US" sz="2400" dirty="0"/>
          </a:p>
          <a:p>
            <a:pPr>
              <a:spcBef>
                <a:spcPts val="400"/>
              </a:spcBef>
              <a:buSzPct val="100000"/>
            </a:pPr>
            <a:r>
              <a:rPr lang="en-US" sz="2400" dirty="0"/>
              <a:t>Placebo</a:t>
            </a:r>
          </a:p>
          <a:p>
            <a:pPr>
              <a:spcBef>
                <a:spcPts val="400"/>
              </a:spcBef>
              <a:buSzPct val="100000"/>
            </a:pPr>
            <a:endParaRPr lang="en-US" sz="2400" dirty="0"/>
          </a:p>
          <a:p>
            <a:pPr>
              <a:spcBef>
                <a:spcPts val="400"/>
              </a:spcBef>
              <a:buSzPct val="100000"/>
            </a:pPr>
            <a:r>
              <a:rPr lang="en-US" sz="2400" dirty="0"/>
              <a:t>Placebo effect</a:t>
            </a:r>
          </a:p>
          <a:p>
            <a:pPr>
              <a:spcBef>
                <a:spcPts val="400"/>
              </a:spcBef>
              <a:buSzPct val="100000"/>
            </a:pPr>
            <a:endParaRPr lang="en-US" sz="2400" dirty="0"/>
          </a:p>
          <a:p>
            <a:pPr>
              <a:spcBef>
                <a:spcPts val="400"/>
              </a:spcBef>
              <a:buSzPct val="100000"/>
            </a:pPr>
            <a:r>
              <a:rPr lang="en-US" sz="2400" dirty="0"/>
              <a:t>Blinding</a:t>
            </a:r>
          </a:p>
          <a:p>
            <a:pPr>
              <a:spcBef>
                <a:spcPts val="400"/>
              </a:spcBef>
              <a:buSzPct val="100000"/>
            </a:pPr>
            <a:endParaRPr lang="en-US" sz="2400" dirty="0"/>
          </a:p>
          <a:p>
            <a:pPr>
              <a:spcBef>
                <a:spcPts val="400"/>
              </a:spcBef>
              <a:buSzPct val="100000"/>
            </a:pPr>
            <a:r>
              <a:rPr lang="en-US" sz="2400" dirty="0"/>
              <a:t>Double-blind</a:t>
            </a:r>
          </a:p>
        </p:txBody>
      </p:sp>
      <p:pic>
        <p:nvPicPr>
          <p:cNvPr id="6" name="Picture 5" descr="Two cats lying on a rug&#10;&#10;AI-generated content may be incorrect.">
            <a:extLst>
              <a:ext uri="{FF2B5EF4-FFF2-40B4-BE49-F238E27FC236}">
                <a16:creationId xmlns:a16="http://schemas.microsoft.com/office/drawing/2014/main" id="{2A9BBD51-FD21-BF93-1200-E4F3AC288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3390" y="798100"/>
            <a:ext cx="4143001" cy="5524001"/>
          </a:xfrm>
          <a:prstGeom prst="rect">
            <a:avLst/>
          </a:prstGeom>
        </p:spPr>
      </p:pic>
    </p:spTree>
    <p:extLst>
      <p:ext uri="{BB962C8B-B14F-4D97-AF65-F5344CB8AC3E}">
        <p14:creationId xmlns:p14="http://schemas.microsoft.com/office/powerpoint/2010/main" val="96091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3F894-DE7C-24CA-26ED-10221EE2D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15B2D-D959-4F92-2AD4-AAEE834EC088}"/>
              </a:ext>
            </a:extLst>
          </p:cNvPr>
          <p:cNvSpPr>
            <a:spLocks noGrp="1"/>
          </p:cNvSpPr>
          <p:nvPr>
            <p:ph type="title"/>
          </p:nvPr>
        </p:nvSpPr>
        <p:spPr>
          <a:xfrm>
            <a:off x="1738400" y="798100"/>
            <a:ext cx="9374000" cy="935166"/>
          </a:xfrm>
        </p:spPr>
        <p:txBody>
          <a:bodyPr>
            <a:normAutofit/>
          </a:bodyPr>
          <a:lstStyle/>
          <a:p>
            <a:r>
              <a:rPr lang="en-US" sz="3600" dirty="0"/>
              <a:t>Experiments vs. Observational Studies</a:t>
            </a:r>
          </a:p>
        </p:txBody>
      </p:sp>
      <p:pic>
        <p:nvPicPr>
          <p:cNvPr id="7" name="Picture 6" descr="A screenshot of a computer&#10;&#10;AI-generated content may be incorrect.">
            <a:extLst>
              <a:ext uri="{FF2B5EF4-FFF2-40B4-BE49-F238E27FC236}">
                <a16:creationId xmlns:a16="http://schemas.microsoft.com/office/drawing/2014/main" id="{C9E395DC-6C35-9491-8A74-72D96FFA6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6476" y="1733537"/>
            <a:ext cx="8983693" cy="4562332"/>
          </a:xfrm>
          <a:prstGeom prst="rect">
            <a:avLst/>
          </a:prstGeom>
        </p:spPr>
      </p:pic>
    </p:spTree>
    <p:extLst>
      <p:ext uri="{BB962C8B-B14F-4D97-AF65-F5344CB8AC3E}">
        <p14:creationId xmlns:p14="http://schemas.microsoft.com/office/powerpoint/2010/main" val="3331795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0BF68-AE02-B3A9-3B79-7B0E270B8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A3D8F-579D-5B6F-E005-D5F853D78431}"/>
              </a:ext>
            </a:extLst>
          </p:cNvPr>
          <p:cNvSpPr>
            <a:spLocks noGrp="1"/>
          </p:cNvSpPr>
          <p:nvPr>
            <p:ph type="title"/>
          </p:nvPr>
        </p:nvSpPr>
        <p:spPr/>
        <p:txBody>
          <a:bodyPr>
            <a:normAutofit/>
          </a:bodyPr>
          <a:lstStyle/>
          <a:p>
            <a:r>
              <a:rPr lang="en-US" sz="3600" dirty="0"/>
              <a:t>Practice Time! Experimental True/False</a:t>
            </a:r>
          </a:p>
        </p:txBody>
      </p:sp>
      <p:sp>
        <p:nvSpPr>
          <p:cNvPr id="3" name="Text Placeholder 2">
            <a:extLst>
              <a:ext uri="{FF2B5EF4-FFF2-40B4-BE49-F238E27FC236}">
                <a16:creationId xmlns:a16="http://schemas.microsoft.com/office/drawing/2014/main" id="{099F5AE7-C96A-3768-D9A4-3AADB9512357}"/>
              </a:ext>
            </a:extLst>
          </p:cNvPr>
          <p:cNvSpPr>
            <a:spLocks noGrp="1"/>
          </p:cNvSpPr>
          <p:nvPr>
            <p:ph type="body" idx="1"/>
          </p:nvPr>
        </p:nvSpPr>
        <p:spPr>
          <a:xfrm>
            <a:off x="1635813" y="1865826"/>
            <a:ext cx="9579174" cy="4796852"/>
          </a:xfrm>
        </p:spPr>
        <p:txBody>
          <a:bodyPr>
            <a:normAutofit/>
          </a:bodyPr>
          <a:lstStyle/>
          <a:p>
            <a:pPr marL="194729" indent="0">
              <a:buNone/>
            </a:pPr>
            <a:r>
              <a:rPr lang="en-US" sz="2000" dirty="0"/>
              <a:t>Which of the following statements regarding differences between experiments and observational studies are true?</a:t>
            </a:r>
          </a:p>
          <a:p>
            <a:pPr marL="651929" indent="-457200">
              <a:spcBef>
                <a:spcPts val="400"/>
              </a:spcBef>
              <a:spcAft>
                <a:spcPts val="400"/>
              </a:spcAft>
              <a:buSzPct val="100000"/>
              <a:buFont typeface="+mj-lt"/>
              <a:buAutoNum type="alphaLcParenR"/>
            </a:pPr>
            <a:r>
              <a:rPr lang="en-US" sz="2000" dirty="0"/>
              <a:t>Experiments take place in a lab, while observational studies do not need to.</a:t>
            </a:r>
          </a:p>
          <a:p>
            <a:pPr marL="651929" indent="-457200">
              <a:spcBef>
                <a:spcPts val="400"/>
              </a:spcBef>
              <a:spcAft>
                <a:spcPts val="400"/>
              </a:spcAft>
              <a:buSzPct val="100000"/>
              <a:buFont typeface="+mj-lt"/>
              <a:buAutoNum type="alphaLcParenR"/>
            </a:pPr>
            <a:r>
              <a:rPr lang="en-US" sz="2000" dirty="0"/>
              <a:t>In an observational study we only look at what happened in the past.</a:t>
            </a:r>
          </a:p>
          <a:p>
            <a:pPr marL="651929" indent="-457200">
              <a:spcBef>
                <a:spcPts val="400"/>
              </a:spcBef>
              <a:spcAft>
                <a:spcPts val="400"/>
              </a:spcAft>
              <a:buSzPct val="100000"/>
              <a:buFont typeface="+mj-lt"/>
              <a:buAutoNum type="alphaLcParenR"/>
            </a:pPr>
            <a:r>
              <a:rPr lang="en-US" sz="2000" dirty="0"/>
              <a:t>Experiments use random assignment while observational studies do not.</a:t>
            </a:r>
          </a:p>
          <a:p>
            <a:pPr marL="651929" indent="-457200">
              <a:spcBef>
                <a:spcPts val="400"/>
              </a:spcBef>
              <a:spcAft>
                <a:spcPts val="400"/>
              </a:spcAft>
              <a:buSzPct val="100000"/>
              <a:buFont typeface="+mj-lt"/>
              <a:buAutoNum type="alphaLcParenR"/>
            </a:pPr>
            <a:r>
              <a:rPr lang="en-US" sz="2000" dirty="0"/>
              <a:t>Observational studies are completely useless since no causal inference can be made based on their findings.</a:t>
            </a:r>
          </a:p>
          <a:p>
            <a:pPr marL="651929" indent="-457200">
              <a:spcBef>
                <a:spcPts val="400"/>
              </a:spcBef>
              <a:spcAft>
                <a:spcPts val="400"/>
              </a:spcAft>
              <a:buSzPct val="100000"/>
              <a:buFont typeface="+mj-lt"/>
              <a:buAutoNum type="alphaLcParenR"/>
            </a:pPr>
            <a:r>
              <a:rPr lang="en-US" sz="2000" dirty="0"/>
              <a:t>Experiments involve active intervention or treatment, while observational studies are passive.</a:t>
            </a:r>
          </a:p>
        </p:txBody>
      </p:sp>
    </p:spTree>
    <p:extLst>
      <p:ext uri="{BB962C8B-B14F-4D97-AF65-F5344CB8AC3E}">
        <p14:creationId xmlns:p14="http://schemas.microsoft.com/office/powerpoint/2010/main" val="195269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APMA Theme">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APMA Theme" id="{CAD7BC13-93F8-42DD-943D-94D44EF9CC5A}" vid="{C7285DE9-EB7C-4878-A752-695D9CBDCF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APMA Theme</Template>
  <TotalTime>891</TotalTime>
  <Words>541</Words>
  <Application>Microsoft Office PowerPoint</Application>
  <PresentationFormat>Widescreen</PresentationFormat>
  <Paragraphs>59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Maven Pro</vt:lpstr>
      <vt:lpstr>Nunito</vt:lpstr>
      <vt:lpstr>APMA Theme</vt:lpstr>
      <vt:lpstr>Topic 3: Experiments</vt:lpstr>
      <vt:lpstr>Announcements</vt:lpstr>
      <vt:lpstr>Let’s Practice! Choosing Sampling Methods</vt:lpstr>
      <vt:lpstr>Additional Factors in Causing Bias</vt:lpstr>
      <vt:lpstr>Sample statistic, Population parameter</vt:lpstr>
      <vt:lpstr>Experimental Design</vt:lpstr>
      <vt:lpstr>Let’s Practice! Variables</vt:lpstr>
      <vt:lpstr>Eliminating Bias</vt:lpstr>
      <vt:lpstr>Experiments vs. Observational Studies</vt:lpstr>
      <vt:lpstr>Practice Time! Experimental True/False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Teressa Chambers</dc:creator>
  <cp:lastModifiedBy>Teressa Chambers</cp:lastModifiedBy>
  <cp:revision>1</cp:revision>
  <dcterms:created xsi:type="dcterms:W3CDTF">2025-08-24T23:26:29Z</dcterms:created>
  <dcterms:modified xsi:type="dcterms:W3CDTF">2026-01-20T22:23:32Z</dcterms:modified>
</cp:coreProperties>
</file>
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0C8D8F-06D4-48A8-94A4-EFB4C80B92AF}" v="107" dt="2026-02-03T21:32:38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7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ssa Chambers" userId="17bd4a7841d443ba" providerId="LiveId" clId="{B30B7E5F-9EE5-4DAA-B423-232BDEDDFC29}"/>
    <pc:docChg chg="undo custSel addSld delSld modSld">
      <pc:chgData name="Teressa Chambers" userId="17bd4a7841d443ba" providerId="LiveId" clId="{B30B7E5F-9EE5-4DAA-B423-232BDEDDFC29}" dt="2026-02-03T21:32:38.749" v="918" actId="20577"/>
      <pc:docMkLst>
        <pc:docMk/>
      </pc:docMkLst>
      <pc:sldChg chg="modSp mod modAnim modShow">
        <pc:chgData name="Teressa Chambers" userId="17bd4a7841d443ba" providerId="LiveId" clId="{B30B7E5F-9EE5-4DAA-B423-232BDEDDFC29}" dt="2026-02-03T21:32:38.749" v="918" actId="20577"/>
        <pc:sldMkLst>
          <pc:docMk/>
          <pc:sldMk cId="3697349679" sldId="283"/>
        </pc:sldMkLst>
        <pc:spChg chg="mod">
          <ac:chgData name="Teressa Chambers" userId="17bd4a7841d443ba" providerId="LiveId" clId="{B30B7E5F-9EE5-4DAA-B423-232BDEDDFC29}" dt="2026-02-03T16:17:35.802" v="762" actId="20577"/>
          <ac:spMkLst>
            <pc:docMk/>
            <pc:sldMk cId="3697349679" sldId="283"/>
            <ac:spMk id="2" creationId="{685CB76F-03CB-4724-4660-04BDDC9F026D}"/>
          </ac:spMkLst>
        </pc:spChg>
        <pc:spChg chg="mod">
          <ac:chgData name="Teressa Chambers" userId="17bd4a7841d443ba" providerId="LiveId" clId="{B30B7E5F-9EE5-4DAA-B423-232BDEDDFC29}" dt="2026-02-03T21:32:38.749" v="918" actId="20577"/>
          <ac:spMkLst>
            <pc:docMk/>
            <pc:sldMk cId="3697349679" sldId="283"/>
            <ac:spMk id="5" creationId="{A4436E46-12E9-B0DB-4135-DA5C17ADF152}"/>
          </ac:spMkLst>
        </pc:spChg>
      </pc:sldChg>
      <pc:sldChg chg="addAnim delAnim">
        <pc:chgData name="Teressa Chambers" userId="17bd4a7841d443ba" providerId="LiveId" clId="{B30B7E5F-9EE5-4DAA-B423-232BDEDDFC29}" dt="2026-02-03T16:24:55.580" v="764"/>
        <pc:sldMkLst>
          <pc:docMk/>
          <pc:sldMk cId="2613396580" sldId="284"/>
        </pc:sldMkLst>
      </pc:sldChg>
      <pc:sldChg chg="addSp modSp mod modAnim">
        <pc:chgData name="Teressa Chambers" userId="17bd4a7841d443ba" providerId="LiveId" clId="{B30B7E5F-9EE5-4DAA-B423-232BDEDDFC29}" dt="2026-02-03T16:33:45.540" v="842" actId="1036"/>
        <pc:sldMkLst>
          <pc:docMk/>
          <pc:sldMk cId="2547511035" sldId="288"/>
        </pc:sldMkLst>
        <pc:cxnChg chg="add mod">
          <ac:chgData name="Teressa Chambers" userId="17bd4a7841d443ba" providerId="LiveId" clId="{B30B7E5F-9EE5-4DAA-B423-232BDEDDFC29}" dt="2026-02-03T16:30:17.979" v="772" actId="14100"/>
          <ac:cxnSpMkLst>
            <pc:docMk/>
            <pc:sldMk cId="2547511035" sldId="288"/>
            <ac:cxnSpMk id="3" creationId="{B6566177-0C9F-6911-75F4-8156A319D0F5}"/>
          </ac:cxnSpMkLst>
        </pc:cxnChg>
        <pc:cxnChg chg="add mod">
          <ac:chgData name="Teressa Chambers" userId="17bd4a7841d443ba" providerId="LiveId" clId="{B30B7E5F-9EE5-4DAA-B423-232BDEDDFC29}" dt="2026-02-03T16:33:31.923" v="839" actId="1036"/>
          <ac:cxnSpMkLst>
            <pc:docMk/>
            <pc:sldMk cId="2547511035" sldId="288"/>
            <ac:cxnSpMk id="5" creationId="{1B2D1CF4-52D4-F9CD-8C9E-216B4B9DDEB9}"/>
          </ac:cxnSpMkLst>
        </pc:cxnChg>
        <pc:cxnChg chg="add mod">
          <ac:chgData name="Teressa Chambers" userId="17bd4a7841d443ba" providerId="LiveId" clId="{B30B7E5F-9EE5-4DAA-B423-232BDEDDFC29}" dt="2026-02-03T16:31:07.643" v="827" actId="1038"/>
          <ac:cxnSpMkLst>
            <pc:docMk/>
            <pc:sldMk cId="2547511035" sldId="288"/>
            <ac:cxnSpMk id="10" creationId="{2272EC14-B04B-269B-5057-9168644E947C}"/>
          </ac:cxnSpMkLst>
        </pc:cxnChg>
        <pc:cxnChg chg="add mod">
          <ac:chgData name="Teressa Chambers" userId="17bd4a7841d443ba" providerId="LiveId" clId="{B30B7E5F-9EE5-4DAA-B423-232BDEDDFC29}" dt="2026-02-03T16:33:45.540" v="842" actId="1036"/>
          <ac:cxnSpMkLst>
            <pc:docMk/>
            <pc:sldMk cId="2547511035" sldId="288"/>
            <ac:cxnSpMk id="11" creationId="{E3972DA8-59EB-3509-1D8D-2AA982AABD32}"/>
          </ac:cxnSpMkLst>
        </pc:cxnChg>
      </pc:sldChg>
      <pc:sldChg chg="addSp modSp mod modAnim">
        <pc:chgData name="Teressa Chambers" userId="17bd4a7841d443ba" providerId="LiveId" clId="{B30B7E5F-9EE5-4DAA-B423-232BDEDDFC29}" dt="2026-02-02T16:38:47.187" v="367"/>
        <pc:sldMkLst>
          <pc:docMk/>
          <pc:sldMk cId="1274465896" sldId="289"/>
        </pc:sldMkLst>
        <pc:cxnChg chg="add mod">
          <ac:chgData name="Teressa Chambers" userId="17bd4a7841d443ba" providerId="LiveId" clId="{B30B7E5F-9EE5-4DAA-B423-232BDEDDFC29}" dt="2026-02-02T16:33:39.970" v="114" actId="1036"/>
          <ac:cxnSpMkLst>
            <pc:docMk/>
            <pc:sldMk cId="1274465896" sldId="289"/>
            <ac:cxnSpMk id="4" creationId="{39810AC5-0E1F-8EA1-63F0-46B2C3FE34E5}"/>
          </ac:cxnSpMkLst>
        </pc:cxnChg>
        <pc:cxnChg chg="add mod">
          <ac:chgData name="Teressa Chambers" userId="17bd4a7841d443ba" providerId="LiveId" clId="{B30B7E5F-9EE5-4DAA-B423-232BDEDDFC29}" dt="2026-02-02T16:34:42.795" v="126" actId="1035"/>
          <ac:cxnSpMkLst>
            <pc:docMk/>
            <pc:sldMk cId="1274465896" sldId="289"/>
            <ac:cxnSpMk id="6" creationId="{A629C367-C706-B976-7BC9-1CCA6C2E0EE2}"/>
          </ac:cxnSpMkLst>
        </pc:cxnChg>
        <pc:cxnChg chg="add mod">
          <ac:chgData name="Teressa Chambers" userId="17bd4a7841d443ba" providerId="LiveId" clId="{B30B7E5F-9EE5-4DAA-B423-232BDEDDFC29}" dt="2026-02-02T16:34:25.397" v="121" actId="1035"/>
          <ac:cxnSpMkLst>
            <pc:docMk/>
            <pc:sldMk cId="1274465896" sldId="289"/>
            <ac:cxnSpMk id="7" creationId="{055362AF-C665-D451-5CA9-CF7AAE0593BD}"/>
          </ac:cxnSpMkLst>
        </pc:cxnChg>
        <pc:cxnChg chg="add mod">
          <ac:chgData name="Teressa Chambers" userId="17bd4a7841d443ba" providerId="LiveId" clId="{B30B7E5F-9EE5-4DAA-B423-232BDEDDFC29}" dt="2026-02-02T16:34:04.881" v="116" actId="1038"/>
          <ac:cxnSpMkLst>
            <pc:docMk/>
            <pc:sldMk cId="1274465896" sldId="289"/>
            <ac:cxnSpMk id="8" creationId="{E90FED27-70B1-D15F-FC7A-60E5CFE3BC31}"/>
          </ac:cxnSpMkLst>
        </pc:cxnChg>
        <pc:cxnChg chg="add mod">
          <ac:chgData name="Teressa Chambers" userId="17bd4a7841d443ba" providerId="LiveId" clId="{B30B7E5F-9EE5-4DAA-B423-232BDEDDFC29}" dt="2026-02-02T16:37:42.923" v="175" actId="1035"/>
          <ac:cxnSpMkLst>
            <pc:docMk/>
            <pc:sldMk cId="1274465896" sldId="289"/>
            <ac:cxnSpMk id="10" creationId="{5E437026-3ADF-1E2A-B400-38A5EE34EC0E}"/>
          </ac:cxnSpMkLst>
        </pc:cxnChg>
        <pc:cxnChg chg="add mod">
          <ac:chgData name="Teressa Chambers" userId="17bd4a7841d443ba" providerId="LiveId" clId="{B30B7E5F-9EE5-4DAA-B423-232BDEDDFC29}" dt="2026-02-02T16:38:22.109" v="363" actId="1038"/>
          <ac:cxnSpMkLst>
            <pc:docMk/>
            <pc:sldMk cId="1274465896" sldId="289"/>
            <ac:cxnSpMk id="11" creationId="{27CD4A28-9667-E1CB-E001-8D9E26CFF4BE}"/>
          </ac:cxnSpMkLst>
        </pc:cxnChg>
        <pc:cxnChg chg="add mod">
          <ac:chgData name="Teressa Chambers" userId="17bd4a7841d443ba" providerId="LiveId" clId="{B30B7E5F-9EE5-4DAA-B423-232BDEDDFC29}" dt="2026-02-02T16:37:56.513" v="199" actId="1035"/>
          <ac:cxnSpMkLst>
            <pc:docMk/>
            <pc:sldMk cId="1274465896" sldId="289"/>
            <ac:cxnSpMk id="12" creationId="{FEA038A7-3E3B-4BA5-BFEF-D631F12EA577}"/>
          </ac:cxnSpMkLst>
        </pc:cxnChg>
        <pc:cxnChg chg="add mod">
          <ac:chgData name="Teressa Chambers" userId="17bd4a7841d443ba" providerId="LiveId" clId="{B30B7E5F-9EE5-4DAA-B423-232BDEDDFC29}" dt="2026-02-02T16:36:59.294" v="136" actId="1035"/>
          <ac:cxnSpMkLst>
            <pc:docMk/>
            <pc:sldMk cId="1274465896" sldId="289"/>
            <ac:cxnSpMk id="13" creationId="{C69493AB-32B9-896F-5674-3D6A6340C979}"/>
          </ac:cxnSpMkLst>
        </pc:cxnChg>
      </pc:sldChg>
      <pc:sldChg chg="modSp mod">
        <pc:chgData name="Teressa Chambers" userId="17bd4a7841d443ba" providerId="LiveId" clId="{B30B7E5F-9EE5-4DAA-B423-232BDEDDFC29}" dt="2026-02-02T16:31:54.379" v="107" actId="1037"/>
        <pc:sldMkLst>
          <pc:docMk/>
          <pc:sldMk cId="468266401" sldId="292"/>
        </pc:sldMkLst>
        <pc:picChg chg="mod">
          <ac:chgData name="Teressa Chambers" userId="17bd4a7841d443ba" providerId="LiveId" clId="{B30B7E5F-9EE5-4DAA-B423-232BDEDDFC29}" dt="2026-02-02T16:31:54.379" v="107" actId="1037"/>
          <ac:picMkLst>
            <pc:docMk/>
            <pc:sldMk cId="468266401" sldId="292"/>
            <ac:picMk id="5" creationId="{B5DAD05B-9D22-AEF4-35D3-8FB1BD6B2985}"/>
          </ac:picMkLst>
        </pc:picChg>
      </pc:sldChg>
      <pc:sldChg chg="addSp modSp add del mod modNotes">
        <pc:chgData name="Teressa Chambers" userId="17bd4a7841d443ba" providerId="LiveId" clId="{B30B7E5F-9EE5-4DAA-B423-232BDEDDFC29}" dt="2026-02-02T16:21:58.238" v="12" actId="47"/>
        <pc:sldMkLst>
          <pc:docMk/>
          <pc:sldMk cId="1374129959" sldId="293"/>
        </pc:sldMkLst>
      </pc:sldChg>
      <pc:sldChg chg="addSp modSp add del mod modNotes">
        <pc:chgData name="Teressa Chambers" userId="17bd4a7841d443ba" providerId="LiveId" clId="{B30B7E5F-9EE5-4DAA-B423-232BDEDDFC29}" dt="2026-02-03T18:46:06.491" v="901" actId="47"/>
        <pc:sldMkLst>
          <pc:docMk/>
          <pc:sldMk cId="4281613892" sldId="293"/>
        </pc:sldMkLst>
        <pc:spChg chg="mod">
          <ac:chgData name="Teressa Chambers" userId="17bd4a7841d443ba" providerId="LiveId" clId="{B30B7E5F-9EE5-4DAA-B423-232BDEDDFC29}" dt="2026-02-02T16:23:03.269" v="62" actId="27636"/>
          <ac:spMkLst>
            <pc:docMk/>
            <pc:sldMk cId="4281613892" sldId="293"/>
            <ac:spMk id="2" creationId="{0483503E-C2A0-4E71-0EB2-586FD9BFB9C6}"/>
          </ac:spMkLst>
        </pc:spChg>
        <pc:picChg chg="add mod">
          <ac:chgData name="Teressa Chambers" userId="17bd4a7841d443ba" providerId="LiveId" clId="{B30B7E5F-9EE5-4DAA-B423-232BDEDDFC29}" dt="2026-02-02T16:23:01.938" v="59"/>
          <ac:picMkLst>
            <pc:docMk/>
            <pc:sldMk cId="4281613892" sldId="293"/>
            <ac:picMk id="4" creationId="{9197933D-630A-85F9-B562-C203AF68AA97}"/>
          </ac:picMkLst>
        </pc:picChg>
      </pc:sldChg>
      <pc:sldChg chg="addSp modSp add del mod modNotes">
        <pc:chgData name="Teressa Chambers" userId="17bd4a7841d443ba" providerId="LiveId" clId="{B30B7E5F-9EE5-4DAA-B423-232BDEDDFC29}" dt="2026-02-02T16:40:08.688" v="379" actId="47"/>
        <pc:sldMkLst>
          <pc:docMk/>
          <pc:sldMk cId="1967091697" sldId="294"/>
        </pc:sldMkLst>
        <pc:spChg chg="mod">
          <ac:chgData name="Teressa Chambers" userId="17bd4a7841d443ba" providerId="LiveId" clId="{B30B7E5F-9EE5-4DAA-B423-232BDEDDFC29}" dt="2026-02-02T16:39:55.369" v="378" actId="27636"/>
          <ac:spMkLst>
            <pc:docMk/>
            <pc:sldMk cId="1967091697" sldId="294"/>
            <ac:spMk id="2" creationId="{382AF277-E9A7-0A36-4B72-F16252B463D1}"/>
          </ac:spMkLst>
        </pc:spChg>
        <pc:picChg chg="add mod">
          <ac:chgData name="Teressa Chambers" userId="17bd4a7841d443ba" providerId="LiveId" clId="{B30B7E5F-9EE5-4DAA-B423-232BDEDDFC29}" dt="2026-02-02T16:39:55.317" v="375"/>
          <ac:picMkLst>
            <pc:docMk/>
            <pc:sldMk cId="1967091697" sldId="294"/>
            <ac:picMk id="4" creationId="{57FEDB7F-C878-9E74-3F59-58A8E07C7291}"/>
          </ac:picMkLst>
        </pc:picChg>
      </pc:sldChg>
      <pc:sldChg chg="addSp modSp add del mod modNotes">
        <pc:chgData name="Teressa Chambers" userId="17bd4a7841d443ba" providerId="LiveId" clId="{B30B7E5F-9EE5-4DAA-B423-232BDEDDFC29}" dt="2026-02-03T18:45:43.940" v="889" actId="47"/>
        <pc:sldMkLst>
          <pc:docMk/>
          <pc:sldMk cId="2037456528" sldId="294"/>
        </pc:sldMkLst>
        <pc:spChg chg="mod">
          <ac:chgData name="Teressa Chambers" userId="17bd4a7841d443ba" providerId="LiveId" clId="{B30B7E5F-9EE5-4DAA-B423-232BDEDDFC29}" dt="2026-02-02T16:40:19.107" v="390" actId="27636"/>
          <ac:spMkLst>
            <pc:docMk/>
            <pc:sldMk cId="2037456528" sldId="294"/>
            <ac:spMk id="2" creationId="{0E3F18A5-7A9D-8AE3-86FF-2FB89329EA4E}"/>
          </ac:spMkLst>
        </pc:spChg>
        <pc:picChg chg="add mod">
          <ac:chgData name="Teressa Chambers" userId="17bd4a7841d443ba" providerId="LiveId" clId="{B30B7E5F-9EE5-4DAA-B423-232BDEDDFC29}" dt="2026-02-02T16:40:19.035" v="387"/>
          <ac:picMkLst>
            <pc:docMk/>
            <pc:sldMk cId="2037456528" sldId="294"/>
            <ac:picMk id="4" creationId="{40F25C36-1AA4-8105-004E-6AFA07F3B780}"/>
          </ac:picMkLst>
        </pc:picChg>
      </pc:sldChg>
      <pc:sldChg chg="addSp modSp add mod addAnim delAnim modAnim">
        <pc:chgData name="Teressa Chambers" userId="17bd4a7841d443ba" providerId="LiveId" clId="{B30B7E5F-9EE5-4DAA-B423-232BDEDDFC29}" dt="2026-02-02T16:53:29.288" v="751" actId="14100"/>
        <pc:sldMkLst>
          <pc:docMk/>
          <pc:sldMk cId="249790672" sldId="295"/>
        </pc:sldMkLst>
        <pc:spChg chg="add mod">
          <ac:chgData name="Teressa Chambers" userId="17bd4a7841d443ba" providerId="LiveId" clId="{B30B7E5F-9EE5-4DAA-B423-232BDEDDFC29}" dt="2026-02-02T16:53:29.288" v="751" actId="14100"/>
          <ac:spMkLst>
            <pc:docMk/>
            <pc:sldMk cId="249790672" sldId="295"/>
            <ac:spMk id="3" creationId="{7FA7A3D6-FF4B-FA03-D069-519E62D67C5C}"/>
          </ac:spMkLst>
        </pc:spChg>
      </pc:sldChg>
      <pc:sldChg chg="addSp modSp add del mod modNotes">
        <pc:chgData name="Teressa Chambers" userId="17bd4a7841d443ba" providerId="LiveId" clId="{B30B7E5F-9EE5-4DAA-B423-232BDEDDFC29}" dt="2026-02-03T21:32:28.739" v="913" actId="47"/>
        <pc:sldMkLst>
          <pc:docMk/>
          <pc:sldMk cId="3008475062" sldId="296"/>
        </pc:sldMkLst>
        <pc:spChg chg="mod">
          <ac:chgData name="Teressa Chambers" userId="17bd4a7841d443ba" providerId="LiveId" clId="{B30B7E5F-9EE5-4DAA-B423-232BDEDDFC29}" dt="2026-02-03T18:45:58.492" v="900" actId="27636"/>
          <ac:spMkLst>
            <pc:docMk/>
            <pc:sldMk cId="3008475062" sldId="296"/>
            <ac:spMk id="2" creationId="{012CEA6B-2549-FCB8-7010-332C62ED865D}"/>
          </ac:spMkLst>
        </pc:spChg>
        <pc:picChg chg="add mod">
          <ac:chgData name="Teressa Chambers" userId="17bd4a7841d443ba" providerId="LiveId" clId="{B30B7E5F-9EE5-4DAA-B423-232BDEDDFC29}" dt="2026-02-03T18:45:58.351" v="897"/>
          <ac:picMkLst>
            <pc:docMk/>
            <pc:sldMk cId="3008475062" sldId="296"/>
            <ac:picMk id="4" creationId="{964E08D5-C322-5ADC-749D-204B28D3BEC4}"/>
          </ac:picMkLst>
        </pc:picChg>
      </pc:sldChg>
      <pc:sldChg chg="addSp modSp add del mod modNotes">
        <pc:chgData name="Teressa Chambers" userId="17bd4a7841d443ba" providerId="LiveId" clId="{B30B7E5F-9EE5-4DAA-B423-232BDEDDFC29}" dt="2026-02-03T21:32:32.462" v="914" actId="47"/>
        <pc:sldMkLst>
          <pc:docMk/>
          <pc:sldMk cId="1128922853" sldId="297"/>
        </pc:sldMkLst>
        <pc:spChg chg="mod">
          <ac:chgData name="Teressa Chambers" userId="17bd4a7841d443ba" providerId="LiveId" clId="{B30B7E5F-9EE5-4DAA-B423-232BDEDDFC29}" dt="2026-02-03T18:47:16.356" v="912" actId="27636"/>
          <ac:spMkLst>
            <pc:docMk/>
            <pc:sldMk cId="1128922853" sldId="297"/>
            <ac:spMk id="2" creationId="{F887CB84-2147-FF1B-5B27-28B1637EA013}"/>
          </ac:spMkLst>
        </pc:spChg>
        <pc:picChg chg="add mod">
          <ac:chgData name="Teressa Chambers" userId="17bd4a7841d443ba" providerId="LiveId" clId="{B30B7E5F-9EE5-4DAA-B423-232BDEDDFC29}" dt="2026-02-03T18:47:16.210" v="909"/>
          <ac:picMkLst>
            <pc:docMk/>
            <pc:sldMk cId="1128922853" sldId="297"/>
            <ac:picMk id="4" creationId="{7CD12DF9-24D9-0297-66D3-FE35083F84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B2BA1-B179-49A8-B4D9-C001D9C7FE7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64EDC-B32B-450C-BA26-A6239C1F7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0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3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9790671" y="4546233"/>
            <a:ext cx="2255229" cy="2310064"/>
            <a:chOff x="7343003" y="3409675"/>
            <a:chExt cx="1691422" cy="1732548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" name="Google Shape;59;p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74" name="Google Shape;74;p14"/>
          <p:cNvGrpSpPr/>
          <p:nvPr/>
        </p:nvGrpSpPr>
        <p:grpSpPr>
          <a:xfrm>
            <a:off x="6724671" y="0"/>
            <a:ext cx="5085429" cy="5118803"/>
            <a:chOff x="5043503" y="0"/>
            <a:chExt cx="3814072" cy="3839102"/>
          </a:xfrm>
        </p:grpSpPr>
        <p:sp>
          <p:nvSpPr>
            <p:cNvPr id="75" name="Google Shape;75;p1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1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7" name="Google Shape;77;p1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78" name="Google Shape;78;p1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81" name="Google Shape;81;p1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83" name="Google Shape;83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85" name="Google Shape;85;p1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1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1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098667" y="2151751"/>
            <a:ext cx="5674000" cy="24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4000" cy="9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6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1" name="Google Shape;131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5" name="Google Shape;135;p16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9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8" name="Google Shape;138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2" name="Google Shape;142;p17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3" name="Google Shape;143;p1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4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52" name="Google Shape;152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416000" cy="2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0"/>
          <p:cNvGrpSpPr/>
          <p:nvPr/>
        </p:nvGrpSpPr>
        <p:grpSpPr>
          <a:xfrm>
            <a:off x="9155619" y="1741"/>
            <a:ext cx="3023268" cy="3468920"/>
            <a:chOff x="6790514" y="1306"/>
            <a:chExt cx="2267451" cy="2601690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60" name="Google Shape;160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2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3" name="Google Shape;163;p20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64" name="Google Shape;164;p2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" name="Google Shape;166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7" name="Google Shape;167;p2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68" name="Google Shape;168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400" cy="47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3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1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74" name="Google Shape;174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574000" cy="2653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738400" y="3657604"/>
            <a:ext cx="4574000" cy="968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2"/>
          </p:nvPr>
        </p:nvSpPr>
        <p:spPr>
          <a:xfrm>
            <a:off x="6538267" y="881333"/>
            <a:ext cx="4574000" cy="51608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2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951164" y="5129492"/>
            <a:ext cx="1100523" cy="1100523"/>
            <a:chOff x="348199" y="179450"/>
            <a:chExt cx="1116300" cy="11163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4" name="Google Shape;184;p22"/>
          <p:cNvSpPr txBox="1">
            <a:spLocks noGrp="1"/>
          </p:cNvSpPr>
          <p:nvPr>
            <p:ph type="body" idx="1"/>
          </p:nvPr>
        </p:nvSpPr>
        <p:spPr>
          <a:xfrm>
            <a:off x="1738400" y="5518633"/>
            <a:ext cx="7790800" cy="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6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3"/>
          <p:cNvGrpSpPr/>
          <p:nvPr/>
        </p:nvGrpSpPr>
        <p:grpSpPr>
          <a:xfrm>
            <a:off x="69" y="5465600"/>
            <a:ext cx="12192048" cy="1392400"/>
            <a:chOff x="52" y="4099200"/>
            <a:chExt cx="9144036" cy="1044300"/>
          </a:xfrm>
        </p:grpSpPr>
        <p:grpSp>
          <p:nvGrpSpPr>
            <p:cNvPr id="188" name="Google Shape;188;p2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89" name="Google Shape;189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" name="Google Shape;192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3" name="Google Shape;193;p2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94" name="Google Shape;194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" name="Google Shape;198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9" name="Google Shape;199;p2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200" name="Google Shape;200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4" name="Google Shape;204;p2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205" name="Google Shape;205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8" name="Google Shape;208;p2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209" name="Google Shape;209;p2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4" name="Google Shape;214;p2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215" name="Google Shape;215;p2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2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2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9" name="Google Shape;219;p2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220" name="Google Shape;220;p2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3" name="Google Shape;223;p2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224" name="Google Shape;224;p2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" name="Google Shape;228;p2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9" name="Google Shape;229;p2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230" name="Google Shape;230;p2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4" name="Google Shape;234;p2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235" name="Google Shape;235;p2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9" name="Google Shape;239;p2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40" name="Google Shape;240;p2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3" name="Google Shape;243;p2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44" name="Google Shape;244;p2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49" name="Google Shape;249;p2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2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3" name="Google Shape;253;p2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54" name="Google Shape;254;p2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" name="Google Shape;258;p2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9" name="Google Shape;259;p2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60" name="Google Shape;260;p2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2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4" name="Google Shape;264;p2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65" name="Google Shape;265;p2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2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2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8" name="Google Shape;268;p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69" name="Google Shape;269;p2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2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2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2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3" name="Google Shape;273;p2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74" name="Google Shape;274;p2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2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2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2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2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9" name="Google Shape;279;p2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80" name="Google Shape;280;p2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2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2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4" name="Google Shape;284;p2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85" name="Google Shape;285;p2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8" name="Google Shape;288;p2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89" name="Google Shape;289;p2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2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2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4" name="Google Shape;294;p2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95" name="Google Shape;295;p2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2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9" name="Google Shape;299;p2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300" name="Google Shape;300;p2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2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2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2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4" name="Google Shape;304;p2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305" name="Google Shape;305;p2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2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2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8" name="Google Shape;308;p2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309" name="Google Shape;309;p2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2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13" name="Google Shape;313;p23"/>
          <p:cNvSpPr txBox="1">
            <a:spLocks noGrp="1"/>
          </p:cNvSpPr>
          <p:nvPr>
            <p:ph type="title" hasCustomPrompt="1"/>
          </p:nvPr>
        </p:nvSpPr>
        <p:spPr>
          <a:xfrm>
            <a:off x="1851500" y="1030300"/>
            <a:ext cx="8489200" cy="24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>
            <a:spLocks noGrp="1"/>
          </p:cNvSpPr>
          <p:nvPr>
            <p:ph type="body" idx="1"/>
          </p:nvPr>
        </p:nvSpPr>
        <p:spPr>
          <a:xfrm>
            <a:off x="1851500" y="3616400"/>
            <a:ext cx="8489200" cy="14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5" name="Google Shape;315;p2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9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5283-562E-203D-2B29-B022E0DF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A6864-CEA5-14E5-E3C6-B13C5999B5A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3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fld id="{7953B597-1AAC-488D-B9C6-31003D5DC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064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C93C-0750-8892-DE90-86DBEEAB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667" y="1800225"/>
            <a:ext cx="5511995" cy="2848726"/>
          </a:xfrm>
        </p:spPr>
        <p:txBody>
          <a:bodyPr>
            <a:normAutofit/>
          </a:bodyPr>
          <a:lstStyle/>
          <a:p>
            <a:r>
              <a:rPr lang="en-US" dirty="0"/>
              <a:t>Topic 6:</a:t>
            </a:r>
            <a:br>
              <a:rPr lang="en-US" dirty="0"/>
            </a:br>
            <a:r>
              <a:rPr lang="en-US" dirty="0"/>
              <a:t>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BA0F3-8656-2BD0-E7EE-418D0C96B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8667" y="4795066"/>
            <a:ext cx="8188208" cy="160573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STOR 155: Introduction to Data Models and Inference</a:t>
            </a:r>
          </a:p>
          <a:p>
            <a:pPr>
              <a:spcAft>
                <a:spcPts val="600"/>
              </a:spcAft>
            </a:pPr>
            <a:r>
              <a:rPr lang="en-US" dirty="0"/>
              <a:t>Dr. Teressa Bergland</a:t>
            </a:r>
          </a:p>
          <a:p>
            <a:pPr>
              <a:spcAft>
                <a:spcPts val="600"/>
              </a:spcAft>
            </a:pPr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85340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4631-F46A-2BF3-4349-BEA91A8D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B76F-03CB-4724-4660-04BDDC9F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Announcements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4436E46-12E9-B0DB-4135-DA5C17ADF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400" y="1712499"/>
            <a:ext cx="9634450" cy="5002625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dirty="0"/>
              <a:t>Course PSAs: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Homework 4 due </a:t>
            </a:r>
            <a:r>
              <a:rPr lang="en-US" sz="2000" b="1" dirty="0"/>
              <a:t>TODAY, Tuesday 2/03 on WebAssign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Homework 5 due </a:t>
            </a:r>
            <a:r>
              <a:rPr lang="en-US" sz="2000" b="1" dirty="0"/>
              <a:t>TODAY, Tuesday 2/03 on WebAssign 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Homework 6 due </a:t>
            </a:r>
            <a:r>
              <a:rPr lang="en-US" sz="2000" b="1" dirty="0"/>
              <a:t>Thursday 2/05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First Midterm Exam: Thursday 2/12</a:t>
            </a:r>
            <a:endParaRPr lang="en-US" sz="2000" dirty="0"/>
          </a:p>
          <a:p>
            <a:pPr marL="194729" indent="0">
              <a:spcBef>
                <a:spcPts val="400"/>
              </a:spcBef>
              <a:buNone/>
            </a:pPr>
            <a:endParaRPr lang="en-US" sz="2000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dirty="0"/>
              <a:t>Warm-Up: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Linear association recap!</a:t>
            </a:r>
          </a:p>
        </p:txBody>
      </p:sp>
    </p:spTree>
    <p:extLst>
      <p:ext uri="{BB962C8B-B14F-4D97-AF65-F5344CB8AC3E}">
        <p14:creationId xmlns:p14="http://schemas.microsoft.com/office/powerpoint/2010/main" val="369734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1EE7-930A-5E35-0F31-88E079F9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53B4-CD68-55D2-04E5-F722A358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9F34F2EF-6EEC-2AED-FC79-42414F6A56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38400" y="1712499"/>
                <a:ext cx="9634450" cy="5002625"/>
              </a:xfrm>
            </p:spPr>
            <p:txBody>
              <a:bodyPr>
                <a:normAutofit/>
              </a:bodyPr>
              <a:lstStyle/>
              <a:p>
                <a:pPr marL="194729" indent="0">
                  <a:spcBef>
                    <a:spcPts val="400"/>
                  </a:spcBef>
                  <a:buNone/>
                </a:pPr>
                <a:r>
                  <a:rPr lang="en-US" sz="2400" dirty="0"/>
                  <a:t>The correlation coefficient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16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r>
                  <a:rPr lang="en-US" sz="2400" dirty="0"/>
                  <a:t>				   Let’s practice!  For this data,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9F34F2EF-6EEC-2AED-FC79-42414F6A5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38400" y="1712499"/>
                <a:ext cx="9634450" cy="50026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E061E16-8040-1E45-8196-FE96688D4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0316854"/>
                  </p:ext>
                </p:extLst>
              </p:nvPr>
            </p:nvGraphicFramePr>
            <p:xfrm>
              <a:off x="1952712" y="4210335"/>
              <a:ext cx="3382586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000">
                      <a:extLst>
                        <a:ext uri="{9D8B030D-6E8A-4147-A177-3AD203B41FA5}">
                          <a16:colId xmlns:a16="http://schemas.microsoft.com/office/drawing/2014/main" val="3220711608"/>
                        </a:ext>
                      </a:extLst>
                    </a:gridCol>
                    <a:gridCol w="960466">
                      <a:extLst>
                        <a:ext uri="{9D8B030D-6E8A-4147-A177-3AD203B41FA5}">
                          <a16:colId xmlns:a16="http://schemas.microsoft.com/office/drawing/2014/main" val="16065679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17471626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9469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2020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856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454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E061E16-8040-1E45-8196-FE96688D4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0316854"/>
                  </p:ext>
                </p:extLst>
              </p:nvPr>
            </p:nvGraphicFramePr>
            <p:xfrm>
              <a:off x="1952712" y="4210335"/>
              <a:ext cx="3382586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000">
                      <a:extLst>
                        <a:ext uri="{9D8B030D-6E8A-4147-A177-3AD203B41FA5}">
                          <a16:colId xmlns:a16="http://schemas.microsoft.com/office/drawing/2014/main" val="3220711608"/>
                        </a:ext>
                      </a:extLst>
                    </a:gridCol>
                    <a:gridCol w="960466">
                      <a:extLst>
                        <a:ext uri="{9D8B030D-6E8A-4147-A177-3AD203B41FA5}">
                          <a16:colId xmlns:a16="http://schemas.microsoft.com/office/drawing/2014/main" val="16065679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174716266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2532" t="-1333" r="-102532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2532" t="-1333" r="-2532" b="-3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94695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2020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8565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Point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2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4544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1339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8477-04DD-EADA-76F6-B0A09434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667B-4C99-3829-FD02-7F6BA36E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Properties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76EBFAA4-3863-7E42-A51E-810607065C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38400" y="1712499"/>
                <a:ext cx="9634450" cy="5002625"/>
              </a:xfrm>
            </p:spPr>
            <p:txBody>
              <a:bodyPr>
                <a:normAutofit/>
              </a:bodyPr>
              <a:lstStyle/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  <a:p>
                <a:pPr>
                  <a:spcBef>
                    <a:spcPts val="400"/>
                  </a:spcBef>
                </a:pPr>
                <a:r>
                  <a:rPr lang="en-US" sz="2400" dirty="0"/>
                  <a:t>Possible values</a:t>
                </a:r>
              </a:p>
              <a:p>
                <a:pPr>
                  <a:spcBef>
                    <a:spcPts val="400"/>
                  </a:spcBef>
                </a:pPr>
                <a:endParaRPr lang="en-US" sz="2400" dirty="0"/>
              </a:p>
              <a:p>
                <a:pPr>
                  <a:spcBef>
                    <a:spcPts val="400"/>
                  </a:spcBef>
                </a:pPr>
                <a:r>
                  <a:rPr lang="en-US" sz="2400" dirty="0"/>
                  <a:t>Sign meaning</a:t>
                </a:r>
              </a:p>
              <a:p>
                <a:pPr>
                  <a:spcBef>
                    <a:spcPts val="400"/>
                  </a:spcBef>
                </a:pPr>
                <a:endParaRPr lang="en-US" sz="2400" dirty="0"/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does not change even if…</a:t>
                </a:r>
              </a:p>
              <a:p>
                <a:pPr>
                  <a:spcBef>
                    <a:spcPts val="400"/>
                  </a:spcBef>
                </a:pPr>
                <a:endParaRPr lang="en-US" sz="2400" dirty="0"/>
              </a:p>
              <a:p>
                <a:pPr>
                  <a:spcBef>
                    <a:spcPts val="400"/>
                  </a:spcBef>
                </a:pPr>
                <a:r>
                  <a:rPr lang="en-US" sz="2400" dirty="0"/>
                  <a:t>A note on outliers</a:t>
                </a:r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76EBFAA4-3863-7E42-A51E-810607065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38400" y="1712499"/>
                <a:ext cx="9634450" cy="50026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03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55621-D865-A50C-3CDD-7F6EE378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DE52-CC6A-F3BA-7E30-2BD136DC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Some 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D98ED-0268-34C3-6FAE-EF6C5AA79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38" y="1733266"/>
            <a:ext cx="7355246" cy="455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8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E702-25FB-1C5E-B97D-DB3C52D4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154C-0891-895F-2401-472EF1C93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Contributions to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11DBB25-D125-9FFC-F505-F438671F4B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38400" y="1454338"/>
                <a:ext cx="9634450" cy="5002625"/>
              </a:xfrm>
            </p:spPr>
            <p:txBody>
              <a:bodyPr>
                <a:normAutofit/>
              </a:bodyPr>
              <a:lstStyle/>
              <a:p>
                <a:pPr marL="194729" indent="0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  <a:p>
                <a:pPr marL="194729" indent="0">
                  <a:spcBef>
                    <a:spcPts val="40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11DBB25-D125-9FFC-F505-F438671F4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38400" y="1454338"/>
                <a:ext cx="9634450" cy="50026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3263B17-9CCF-0015-4179-28C9C98D89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299516"/>
                  </p:ext>
                </p:extLst>
              </p:nvPr>
            </p:nvGraphicFramePr>
            <p:xfrm>
              <a:off x="6010474" y="3068884"/>
              <a:ext cx="5495924" cy="3238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3981">
                      <a:extLst>
                        <a:ext uri="{9D8B030D-6E8A-4147-A177-3AD203B41FA5}">
                          <a16:colId xmlns:a16="http://schemas.microsoft.com/office/drawing/2014/main" val="367053057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160656793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986248389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1747162662"/>
                        </a:ext>
                      </a:extLst>
                    </a:gridCol>
                  </a:tblGrid>
                  <a:tr h="922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Nunito" pitchFamily="2" charset="0"/>
                            </a:rPr>
                            <a:t>Region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latin typeface="Nunito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latin typeface="Nunito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Nunito" pitchFamily="2" charset="0"/>
                            </a:rPr>
                            <a:t>Product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9469500"/>
                      </a:ext>
                    </a:extLst>
                  </a:tr>
                  <a:tr h="484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Nunito" pitchFamily="2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2020071"/>
                      </a:ext>
                    </a:extLst>
                  </a:tr>
                  <a:tr h="484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B050"/>
                              </a:solidFill>
                              <a:latin typeface="Nunito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856550"/>
                      </a:ext>
                    </a:extLst>
                  </a:tr>
                  <a:tr h="484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70C0"/>
                              </a:solidFill>
                              <a:latin typeface="Nunito" pitchFamily="2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1912197"/>
                      </a:ext>
                    </a:extLst>
                  </a:tr>
                  <a:tr h="484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Nunito" pitchFamily="2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54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3263B17-9CCF-0015-4179-28C9C98D89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299516"/>
                  </p:ext>
                </p:extLst>
              </p:nvPr>
            </p:nvGraphicFramePr>
            <p:xfrm>
              <a:off x="6010474" y="3068884"/>
              <a:ext cx="5495924" cy="3238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3981">
                      <a:extLst>
                        <a:ext uri="{9D8B030D-6E8A-4147-A177-3AD203B41FA5}">
                          <a16:colId xmlns:a16="http://schemas.microsoft.com/office/drawing/2014/main" val="367053057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160656793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986248389"/>
                        </a:ext>
                      </a:extLst>
                    </a:gridCol>
                    <a:gridCol w="1373981">
                      <a:extLst>
                        <a:ext uri="{9D8B030D-6E8A-4147-A177-3AD203B41FA5}">
                          <a16:colId xmlns:a16="http://schemas.microsoft.com/office/drawing/2014/main" val="1747162662"/>
                        </a:ext>
                      </a:extLst>
                    </a:gridCol>
                  </a:tblGrid>
                  <a:tr h="922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Nunito" pitchFamily="2" charset="0"/>
                            </a:rPr>
                            <a:t>Region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42" t="-658" r="-200442" b="-271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33" t="-658" r="-101333" b="-271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Nunito" pitchFamily="2" charset="0"/>
                            </a:rPr>
                            <a:t>Product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94695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Nunito" pitchFamily="2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202007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B050"/>
                              </a:solidFill>
                              <a:latin typeface="Nunito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85655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70C0"/>
                              </a:solidFill>
                              <a:latin typeface="Nunito" pitchFamily="2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191219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Nunito" pitchFamily="2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3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424242"/>
                              </a:solidFill>
                              <a:effectLst/>
                              <a:uLnTx/>
                              <a:uFillTx/>
                              <a:latin typeface="Nunito" pitchFamily="2" charset="0"/>
                              <a:ea typeface="+mn-ea"/>
                              <a:cs typeface="+mn-cs"/>
                              <a:sym typeface="Arial"/>
                            </a:rPr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bg2"/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Nunito" pitchFamily="2" charset="0"/>
                            </a:rPr>
                            <a:t>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54492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108EE3E-8EE4-9A43-5788-C8AAA9114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5" t="50735"/>
          <a:stretch>
            <a:fillRect/>
          </a:stretch>
        </p:blipFill>
        <p:spPr>
          <a:xfrm>
            <a:off x="1871948" y="2862175"/>
            <a:ext cx="3857340" cy="35947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719149-B3A4-FEC6-3C39-E73061A028F3}"/>
              </a:ext>
            </a:extLst>
          </p:cNvPr>
          <p:cNvSpPr/>
          <p:nvPr/>
        </p:nvSpPr>
        <p:spPr>
          <a:xfrm>
            <a:off x="2114552" y="3283205"/>
            <a:ext cx="1528762" cy="12602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7E425F-85BD-8FFA-2089-AC40420448C1}"/>
              </a:ext>
            </a:extLst>
          </p:cNvPr>
          <p:cNvSpPr/>
          <p:nvPr/>
        </p:nvSpPr>
        <p:spPr>
          <a:xfrm>
            <a:off x="3762574" y="3283205"/>
            <a:ext cx="1528762" cy="12602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20905-2EFB-D4DC-23FC-7E230C347DAB}"/>
              </a:ext>
            </a:extLst>
          </p:cNvPr>
          <p:cNvSpPr/>
          <p:nvPr/>
        </p:nvSpPr>
        <p:spPr>
          <a:xfrm>
            <a:off x="2114552" y="4667132"/>
            <a:ext cx="1528762" cy="1260224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9CDD2-DE6C-E364-221D-1FA8DB3F4C4A}"/>
              </a:ext>
            </a:extLst>
          </p:cNvPr>
          <p:cNvSpPr/>
          <p:nvPr/>
        </p:nvSpPr>
        <p:spPr>
          <a:xfrm>
            <a:off x="3762574" y="4667132"/>
            <a:ext cx="1528762" cy="1260224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54E6B-48AC-7407-EBB9-C5D55FC48E50}"/>
              </a:ext>
            </a:extLst>
          </p:cNvPr>
          <p:cNvSpPr txBox="1"/>
          <p:nvPr/>
        </p:nvSpPr>
        <p:spPr>
          <a:xfrm>
            <a:off x="3184705" y="3332947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Nunito" pitchFamily="2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68B9C-8789-8507-82F8-0C451F422B03}"/>
              </a:ext>
            </a:extLst>
          </p:cNvPr>
          <p:cNvSpPr txBox="1"/>
          <p:nvPr/>
        </p:nvSpPr>
        <p:spPr>
          <a:xfrm>
            <a:off x="4891868" y="3331673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Nunito" pitchFamily="2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83A412-C238-7EEA-7654-95DD9C1F948C}"/>
              </a:ext>
            </a:extLst>
          </p:cNvPr>
          <p:cNvSpPr txBox="1"/>
          <p:nvPr/>
        </p:nvSpPr>
        <p:spPr>
          <a:xfrm>
            <a:off x="3184705" y="4702849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Nunito" pitchFamily="2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7804F-B618-F9FF-772D-CE36E3F6572F}"/>
              </a:ext>
            </a:extLst>
          </p:cNvPr>
          <p:cNvSpPr txBox="1"/>
          <p:nvPr/>
        </p:nvSpPr>
        <p:spPr>
          <a:xfrm>
            <a:off x="4894833" y="4702849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Nunito" pitchFamily="2" charset="0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3D500E-EE58-0428-13DC-307EC65F490F}"/>
              </a:ext>
            </a:extLst>
          </p:cNvPr>
          <p:cNvSpPr/>
          <p:nvPr/>
        </p:nvSpPr>
        <p:spPr>
          <a:xfrm>
            <a:off x="7400925" y="5743575"/>
            <a:ext cx="4200241" cy="727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3DFA3E-475D-7652-BE09-E2733B7570A4}"/>
              </a:ext>
            </a:extLst>
          </p:cNvPr>
          <p:cNvSpPr/>
          <p:nvPr/>
        </p:nvSpPr>
        <p:spPr>
          <a:xfrm>
            <a:off x="7396643" y="5168917"/>
            <a:ext cx="4200241" cy="1245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6CBCE2-073D-395F-5379-EC71E507D013}"/>
              </a:ext>
            </a:extLst>
          </p:cNvPr>
          <p:cNvSpPr/>
          <p:nvPr/>
        </p:nvSpPr>
        <p:spPr>
          <a:xfrm>
            <a:off x="7396643" y="4586293"/>
            <a:ext cx="4200241" cy="1721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7F53F1-8071-BB27-8419-6E1BE9DABAC2}"/>
              </a:ext>
            </a:extLst>
          </p:cNvPr>
          <p:cNvSpPr/>
          <p:nvPr/>
        </p:nvSpPr>
        <p:spPr>
          <a:xfrm>
            <a:off x="7405873" y="4000501"/>
            <a:ext cx="4200241" cy="2516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3A24-C67B-FFB9-1A17-85FEFDEB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BDE8-CDD9-3351-D8BF-8D8AF39E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Outlier Distortion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449FA-9EE7-0A18-3CCE-3BC93C45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69" y="2219314"/>
            <a:ext cx="8000711" cy="303400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566177-0C9F-6911-75F4-8156A319D0F5}"/>
              </a:ext>
            </a:extLst>
          </p:cNvPr>
          <p:cNvCxnSpPr>
            <a:cxnSpLocks/>
          </p:cNvCxnSpPr>
          <p:nvPr/>
        </p:nvCxnSpPr>
        <p:spPr>
          <a:xfrm>
            <a:off x="3567658" y="2705725"/>
            <a:ext cx="0" cy="180631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2D1CF4-52D4-F9CD-8C9E-216B4B9DDEB9}"/>
              </a:ext>
            </a:extLst>
          </p:cNvPr>
          <p:cNvCxnSpPr>
            <a:cxnSpLocks/>
          </p:cNvCxnSpPr>
          <p:nvPr/>
        </p:nvCxnSpPr>
        <p:spPr>
          <a:xfrm>
            <a:off x="2848130" y="3874954"/>
            <a:ext cx="286312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72EC14-B04B-269B-5057-9168644E947C}"/>
              </a:ext>
            </a:extLst>
          </p:cNvPr>
          <p:cNvCxnSpPr>
            <a:cxnSpLocks/>
          </p:cNvCxnSpPr>
          <p:nvPr/>
        </p:nvCxnSpPr>
        <p:spPr>
          <a:xfrm>
            <a:off x="7662468" y="2723214"/>
            <a:ext cx="0" cy="180631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972DA8-59EB-3509-1D8D-2AA982AABD32}"/>
              </a:ext>
            </a:extLst>
          </p:cNvPr>
          <p:cNvCxnSpPr>
            <a:cxnSpLocks/>
          </p:cNvCxnSpPr>
          <p:nvPr/>
        </p:nvCxnSpPr>
        <p:spPr>
          <a:xfrm>
            <a:off x="6703100" y="3795008"/>
            <a:ext cx="28895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51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34DD1-5A23-8F17-BD9C-6439E3CF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080F-2C0F-54E4-BB7B-0406277CB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Outlier Distortion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6CEC0-A364-B015-58DB-246D3BC43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899" y="1733266"/>
            <a:ext cx="8286238" cy="459582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810AC5-0E1F-8EA1-63F0-46B2C3FE34E5}"/>
              </a:ext>
            </a:extLst>
          </p:cNvPr>
          <p:cNvCxnSpPr/>
          <p:nvPr/>
        </p:nvCxnSpPr>
        <p:spPr>
          <a:xfrm>
            <a:off x="5666282" y="2136098"/>
            <a:ext cx="0" cy="153649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29C367-C706-B976-7BC9-1CCA6C2E0EE2}"/>
              </a:ext>
            </a:extLst>
          </p:cNvPr>
          <p:cNvCxnSpPr/>
          <p:nvPr/>
        </p:nvCxnSpPr>
        <p:spPr>
          <a:xfrm>
            <a:off x="8292059" y="4419600"/>
            <a:ext cx="0" cy="153649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5362AF-C665-D451-5CA9-CF7AAE0593BD}"/>
              </a:ext>
            </a:extLst>
          </p:cNvPr>
          <p:cNvCxnSpPr/>
          <p:nvPr/>
        </p:nvCxnSpPr>
        <p:spPr>
          <a:xfrm>
            <a:off x="5446426" y="4419600"/>
            <a:ext cx="0" cy="153649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FED27-70B1-D15F-FC7A-60E5CFE3BC31}"/>
              </a:ext>
            </a:extLst>
          </p:cNvPr>
          <p:cNvCxnSpPr/>
          <p:nvPr/>
        </p:nvCxnSpPr>
        <p:spPr>
          <a:xfrm>
            <a:off x="8604354" y="2136098"/>
            <a:ext cx="0" cy="153649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437026-3ADF-1E2A-B400-38A5EE34EC0E}"/>
              </a:ext>
            </a:extLst>
          </p:cNvPr>
          <p:cNvCxnSpPr/>
          <p:nvPr/>
        </p:nvCxnSpPr>
        <p:spPr>
          <a:xfrm>
            <a:off x="4601980" y="3140436"/>
            <a:ext cx="23759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CD4A28-9667-E1CB-E001-8D9E26CFF4BE}"/>
              </a:ext>
            </a:extLst>
          </p:cNvPr>
          <p:cNvCxnSpPr/>
          <p:nvPr/>
        </p:nvCxnSpPr>
        <p:spPr>
          <a:xfrm>
            <a:off x="7759904" y="5578834"/>
            <a:ext cx="23759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038A7-3E3B-4BA5-BFEF-D631F12EA577}"/>
              </a:ext>
            </a:extLst>
          </p:cNvPr>
          <p:cNvCxnSpPr/>
          <p:nvPr/>
        </p:nvCxnSpPr>
        <p:spPr>
          <a:xfrm>
            <a:off x="7754911" y="3092966"/>
            <a:ext cx="23759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9493AB-32B9-896F-5674-3D6A6340C979}"/>
              </a:ext>
            </a:extLst>
          </p:cNvPr>
          <p:cNvCxnSpPr/>
          <p:nvPr/>
        </p:nvCxnSpPr>
        <p:spPr>
          <a:xfrm>
            <a:off x="4601980" y="5621312"/>
            <a:ext cx="23759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4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6874-736D-370F-50CD-3F505222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167B-2544-483B-30E2-F3B3FD7B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Correlation and Nonlinear Association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FE02F-8409-EE0F-8575-0FC500362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968" y="1950060"/>
            <a:ext cx="6148408" cy="410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9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5794-A7FD-664F-CCE1-F19D4A9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5DAC-D1EC-E407-4D4B-4F31C179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Sanity Check!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4C45-CC5A-FA92-4F06-B950D5707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400" y="1733266"/>
            <a:ext cx="9634450" cy="5002625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400" dirty="0"/>
              <a:t>Which of these has the correlation </a:t>
            </a:r>
            <a:r>
              <a:rPr lang="en-US" sz="2400" b="1" dirty="0"/>
              <a:t>closest to +1?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F4D063-61E8-88E9-5D52-53BF89324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6" y="2668432"/>
            <a:ext cx="10010848" cy="250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1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B2B7-D40A-ADE0-A2EF-4BD3C691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9E31-CC5E-8132-0229-8A5C2203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Let’s Practice!  Heights of Couples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AD05B-9D22-AEF4-35D3-8FB1BD6B2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862" y="1733266"/>
            <a:ext cx="5569212" cy="46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6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E070-6701-A0B9-42CB-2181BD21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43BD-3DEB-2C4E-E88C-24BAD95C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Let’s Practice!  Heights of Couples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F5CC9-AFAF-9EE7-514A-595497C21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862" y="1733266"/>
            <a:ext cx="5569212" cy="466849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7A3D6-FF4B-FA03-D069-519E62D67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2537" y="2046628"/>
            <a:ext cx="4167345" cy="4668496"/>
          </a:xfrm>
        </p:spPr>
        <p:txBody>
          <a:bodyPr>
            <a:normAutofit/>
          </a:bodyPr>
          <a:lstStyle/>
          <a:p>
            <a:pPr marL="651929" indent="-4572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000" dirty="0"/>
              <a:t>Effect on correlation if all men were 6 inches shorter? Conclusions about dating tendencies?</a:t>
            </a:r>
          </a:p>
          <a:p>
            <a:pPr marL="651929" indent="-457200">
              <a:spcBef>
                <a:spcPts val="400"/>
              </a:spcBef>
              <a:buSzPct val="100000"/>
              <a:buFont typeface="+mj-lt"/>
              <a:buAutoNum type="arabicPeriod"/>
            </a:pPr>
            <a:endParaRPr lang="en-US" sz="2000" dirty="0"/>
          </a:p>
          <a:p>
            <a:pPr marL="651929" indent="-4572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000" dirty="0"/>
              <a:t>Effect on correlation if heights were in centimeters?</a:t>
            </a:r>
          </a:p>
          <a:p>
            <a:pPr marL="651929" indent="-457200">
              <a:spcBef>
                <a:spcPts val="400"/>
              </a:spcBef>
              <a:buSzPct val="100000"/>
              <a:buFont typeface="+mj-lt"/>
              <a:buAutoNum type="arabicPeriod"/>
            </a:pPr>
            <a:endParaRPr lang="en-US" sz="2000" dirty="0"/>
          </a:p>
          <a:p>
            <a:pPr marL="651929" indent="-45720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000" dirty="0"/>
              <a:t>Correlation if each woman dated a man </a:t>
            </a:r>
            <a:r>
              <a:rPr lang="en-US" sz="2000" b="1" dirty="0"/>
              <a:t>exactly </a:t>
            </a:r>
            <a:r>
              <a:rPr lang="en-US" sz="2000" dirty="0"/>
              <a:t>3 inches taller than she is?</a:t>
            </a:r>
          </a:p>
        </p:txBody>
      </p:sp>
    </p:spTree>
    <p:extLst>
      <p:ext uri="{BB962C8B-B14F-4D97-AF65-F5344CB8AC3E}">
        <p14:creationId xmlns:p14="http://schemas.microsoft.com/office/powerpoint/2010/main" val="24979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APMA Theme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MA Theme" id="{CAD7BC13-93F8-42DD-943D-94D44EF9CC5A}" vid="{C7285DE9-EB7C-4878-A752-695D9CBDCF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APMA Theme</Template>
  <TotalTime>452</TotalTime>
  <Words>224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Maven Pro</vt:lpstr>
      <vt:lpstr>Nunito</vt:lpstr>
      <vt:lpstr>APMA Theme</vt:lpstr>
      <vt:lpstr>Topic 6: Correlation</vt:lpstr>
      <vt:lpstr>Announcements</vt:lpstr>
      <vt:lpstr>Correlation</vt:lpstr>
      <vt:lpstr>Properties of Correlation</vt:lpstr>
      <vt:lpstr>Some Examples</vt:lpstr>
      <vt:lpstr>Contributions to Correlation</vt:lpstr>
      <vt:lpstr>Outlier Distortion</vt:lpstr>
      <vt:lpstr>Outlier Distortion</vt:lpstr>
      <vt:lpstr>Correlation and Nonlinear Association</vt:lpstr>
      <vt:lpstr>Sanity Check!</vt:lpstr>
      <vt:lpstr>Let’s Practice!  Heights of Couples</vt:lpstr>
      <vt:lpstr>Let’s Practice!  Heights of Couples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Teressa Chambers</dc:creator>
  <cp:lastModifiedBy>Teressa Chambers</cp:lastModifiedBy>
  <cp:revision>1</cp:revision>
  <dcterms:created xsi:type="dcterms:W3CDTF">2025-09-02T19:07:47Z</dcterms:created>
  <dcterms:modified xsi:type="dcterms:W3CDTF">2026-02-03T21:32:42Z</dcterms:modified>
</cp:coreProperties>
</file>